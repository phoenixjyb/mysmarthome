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7145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94630"/>
  </p:normalViewPr>
  <p:slideViewPr>
    <p:cSldViewPr snapToGrid="0">
      <p:cViewPr>
        <p:scale>
          <a:sx n="85" d="100"/>
          <a:sy n="85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875" y="685800"/>
            <a:ext cx="11430000" cy="6057566"/>
          </a:xfrm>
          <a:prstGeom prst="rect">
            <a:avLst/>
          </a:prstGeom>
        </p:spPr>
      </p:pic>
      <p:sp>
        <p:nvSpPr>
          <p:cNvPr id="2" name="S1-衣帽间设备区边框">
            <a:extLst>
              <a:ext uri="{FF2B5EF4-FFF2-40B4-BE49-F238E27FC236}">
                <a16:creationId xmlns:a16="http://schemas.microsoft.com/office/drawing/2014/main" id="{2385E340-314E-4805-9EAC-C02461F15252}"/>
              </a:ext>
            </a:extLst>
          </p:cNvPr>
          <p:cNvSpPr>
            <a:spLocks noGrp="1"/>
          </p:cNvSpPr>
          <p:nvPr/>
        </p:nvSpPr>
        <p:spPr>
          <a:xfrm>
            <a:off x="4466724" y="3839912"/>
            <a:ext cx="1336842" cy="1056941"/>
          </a:xfrm>
          <a:prstGeom prst="roundRect">
            <a:avLst>
              <a:gd name="adj" fmla="val 7209"/>
            </a:avLst>
          </a:prstGeom>
          <a:ln w="28575">
            <a:solidFill>
              <a:srgbClr val="B34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1-衣帽间设备带">
            <a:extLst>
              <a:ext uri="{FF2B5EF4-FFF2-40B4-BE49-F238E27FC236}">
                <a16:creationId xmlns:a16="http://schemas.microsoft.com/office/drawing/2014/main" id="{4D4E86F9-CF85-41CA-9686-949487BF199D}"/>
              </a:ext>
            </a:extLst>
          </p:cNvPr>
          <p:cNvSpPr>
            <a:spLocks noGrp="1"/>
          </p:cNvSpPr>
          <p:nvPr/>
        </p:nvSpPr>
        <p:spPr>
          <a:xfrm>
            <a:off x="5217361" y="4022391"/>
            <a:ext cx="361950" cy="36195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1-衣帽间设备带-编号文字">
            <a:extLst>
              <a:ext uri="{FF2B5EF4-FFF2-40B4-BE49-F238E27FC236}">
                <a16:creationId xmlns:a16="http://schemas.microsoft.com/office/drawing/2014/main" id="{9B294197-BE14-4330-9B37-E60A8400BBB2}"/>
              </a:ext>
            </a:extLst>
          </p:cNvPr>
          <p:cNvSpPr>
            <a:spLocks noGrp="1"/>
          </p:cNvSpPr>
          <p:nvPr/>
        </p:nvSpPr>
        <p:spPr>
          <a:xfrm>
            <a:off x="5036386" y="4022391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5" name="485-机柜端">
            <a:extLst>
              <a:ext uri="{FF2B5EF4-FFF2-40B4-BE49-F238E27FC236}">
                <a16:creationId xmlns:a16="http://schemas.microsoft.com/office/drawing/2014/main" id="{EDD8CF1E-FB12-4861-831E-35508FABF635}"/>
              </a:ext>
            </a:extLst>
          </p:cNvPr>
          <p:cNvSpPr>
            <a:spLocks noGrp="1"/>
          </p:cNvSpPr>
          <p:nvPr/>
        </p:nvSpPr>
        <p:spPr>
          <a:xfrm>
            <a:off x="5039561" y="3836236"/>
            <a:ext cx="400050" cy="400050"/>
          </a:xfrm>
          <a:prstGeom prst="ellipse">
            <a:avLst/>
          </a:prstGeom>
          <a:solidFill>
            <a:srgbClr val="7351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485-机柜端-编号文字">
            <a:extLst>
              <a:ext uri="{FF2B5EF4-FFF2-40B4-BE49-F238E27FC236}">
                <a16:creationId xmlns:a16="http://schemas.microsoft.com/office/drawing/2014/main" id="{BFB5E89D-5A61-4587-893C-F56617096AE6}"/>
              </a:ext>
            </a:extLst>
          </p:cNvPr>
          <p:cNvSpPr>
            <a:spLocks noGrp="1"/>
          </p:cNvSpPr>
          <p:nvPr/>
        </p:nvSpPr>
        <p:spPr>
          <a:xfrm>
            <a:off x="4839536" y="3836236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485</a:t>
            </a:r>
          </a:p>
        </p:txBody>
      </p:sp>
      <p:sp>
        <p:nvSpPr>
          <p:cNvPr id="7" name="N1-走廊AP">
            <a:extLst>
              <a:ext uri="{FF2B5EF4-FFF2-40B4-BE49-F238E27FC236}">
                <a16:creationId xmlns:a16="http://schemas.microsoft.com/office/drawing/2014/main" id="{2BE9DBA6-CF11-4882-BB21-C7B907D0CAC2}"/>
              </a:ext>
            </a:extLst>
          </p:cNvPr>
          <p:cNvSpPr>
            <a:spLocks noGrp="1"/>
          </p:cNvSpPr>
          <p:nvPr/>
        </p:nvSpPr>
        <p:spPr>
          <a:xfrm>
            <a:off x="5204828" y="3053180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1-走廊AP-编号文字">
            <a:extLst>
              <a:ext uri="{FF2B5EF4-FFF2-40B4-BE49-F238E27FC236}">
                <a16:creationId xmlns:a16="http://schemas.microsoft.com/office/drawing/2014/main" id="{86EA4741-C900-40D6-A5D4-4CE02F7896BC}"/>
              </a:ext>
            </a:extLst>
          </p:cNvPr>
          <p:cNvSpPr>
            <a:spLocks noGrp="1"/>
          </p:cNvSpPr>
          <p:nvPr/>
        </p:nvSpPr>
        <p:spPr>
          <a:xfrm>
            <a:off x="5023853" y="3053180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N1</a:t>
            </a:r>
          </a:p>
        </p:txBody>
      </p:sp>
      <p:sp>
        <p:nvSpPr>
          <p:cNvPr id="9" name="N2-客厅AP">
            <a:extLst>
              <a:ext uri="{FF2B5EF4-FFF2-40B4-BE49-F238E27FC236}">
                <a16:creationId xmlns:a16="http://schemas.microsoft.com/office/drawing/2014/main" id="{C0C1499D-16E4-407D-B424-4F71D46021BA}"/>
              </a:ext>
            </a:extLst>
          </p:cNvPr>
          <p:cNvSpPr>
            <a:spLocks noGrp="1"/>
          </p:cNvSpPr>
          <p:nvPr/>
        </p:nvSpPr>
        <p:spPr>
          <a:xfrm>
            <a:off x="7899400" y="3450055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2-客厅AP-编号文字">
            <a:extLst>
              <a:ext uri="{FF2B5EF4-FFF2-40B4-BE49-F238E27FC236}">
                <a16:creationId xmlns:a16="http://schemas.microsoft.com/office/drawing/2014/main" id="{6DC6D8F4-ED91-4B3E-A503-E2E45A419C45}"/>
              </a:ext>
            </a:extLst>
          </p:cNvPr>
          <p:cNvSpPr>
            <a:spLocks noGrp="1"/>
          </p:cNvSpPr>
          <p:nvPr/>
        </p:nvSpPr>
        <p:spPr>
          <a:xfrm>
            <a:off x="7718425" y="3450055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N2</a:t>
            </a:r>
          </a:p>
        </p:txBody>
      </p:sp>
      <p:sp>
        <p:nvSpPr>
          <p:cNvPr id="11" name="ZB-PoE-Zigbee">
            <a:extLst>
              <a:ext uri="{FF2B5EF4-FFF2-40B4-BE49-F238E27FC236}">
                <a16:creationId xmlns:a16="http://schemas.microsoft.com/office/drawing/2014/main" id="{1E426390-B382-45C4-B292-5779E2946098}"/>
              </a:ext>
            </a:extLst>
          </p:cNvPr>
          <p:cNvSpPr>
            <a:spLocks noGrp="1"/>
          </p:cNvSpPr>
          <p:nvPr/>
        </p:nvSpPr>
        <p:spPr>
          <a:xfrm>
            <a:off x="6165683" y="3094957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ZB-PoE-Zigbee-编号文字">
            <a:extLst>
              <a:ext uri="{FF2B5EF4-FFF2-40B4-BE49-F238E27FC236}">
                <a16:creationId xmlns:a16="http://schemas.microsoft.com/office/drawing/2014/main" id="{7BC488D3-CCB5-4F78-B7BB-FD23B00F8F2D}"/>
              </a:ext>
            </a:extLst>
          </p:cNvPr>
          <p:cNvSpPr>
            <a:spLocks noGrp="1"/>
          </p:cNvSpPr>
          <p:nvPr/>
        </p:nvSpPr>
        <p:spPr>
          <a:xfrm>
            <a:off x="5984708" y="3094957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ZB</a:t>
            </a:r>
          </a:p>
        </p:txBody>
      </p:sp>
      <p:sp>
        <p:nvSpPr>
          <p:cNvPr id="13" name="D1-书房双网口">
            <a:extLst>
              <a:ext uri="{FF2B5EF4-FFF2-40B4-BE49-F238E27FC236}">
                <a16:creationId xmlns:a16="http://schemas.microsoft.com/office/drawing/2014/main" id="{D93E5543-852A-4E0E-BB10-AC2C09460150}"/>
              </a:ext>
            </a:extLst>
          </p:cNvPr>
          <p:cNvSpPr>
            <a:spLocks noGrp="1"/>
          </p:cNvSpPr>
          <p:nvPr/>
        </p:nvSpPr>
        <p:spPr>
          <a:xfrm>
            <a:off x="2677361" y="2677193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D1-书房双网口-编号文字">
            <a:extLst>
              <a:ext uri="{FF2B5EF4-FFF2-40B4-BE49-F238E27FC236}">
                <a16:creationId xmlns:a16="http://schemas.microsoft.com/office/drawing/2014/main" id="{8A456B2E-296B-4812-AA15-2047EDBAF5FB}"/>
              </a:ext>
            </a:extLst>
          </p:cNvPr>
          <p:cNvSpPr>
            <a:spLocks noGrp="1"/>
          </p:cNvSpPr>
          <p:nvPr/>
        </p:nvSpPr>
        <p:spPr>
          <a:xfrm>
            <a:off x="2496386" y="2677193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15" name="D2-次卧双网口">
            <a:extLst>
              <a:ext uri="{FF2B5EF4-FFF2-40B4-BE49-F238E27FC236}">
                <a16:creationId xmlns:a16="http://schemas.microsoft.com/office/drawing/2014/main" id="{696FE054-8F03-406F-9EA6-FAA0A74AE357}"/>
              </a:ext>
            </a:extLst>
          </p:cNvPr>
          <p:cNvSpPr>
            <a:spLocks noGrp="1"/>
          </p:cNvSpPr>
          <p:nvPr/>
        </p:nvSpPr>
        <p:spPr>
          <a:xfrm>
            <a:off x="4682624" y="1966996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2-次卧双网口-编号文字">
            <a:extLst>
              <a:ext uri="{FF2B5EF4-FFF2-40B4-BE49-F238E27FC236}">
                <a16:creationId xmlns:a16="http://schemas.microsoft.com/office/drawing/2014/main" id="{D3867AD5-5962-4B24-ACB7-1B8FE579E036}"/>
              </a:ext>
            </a:extLst>
          </p:cNvPr>
          <p:cNvSpPr>
            <a:spLocks noGrp="1"/>
          </p:cNvSpPr>
          <p:nvPr/>
        </p:nvSpPr>
        <p:spPr>
          <a:xfrm>
            <a:off x="4501649" y="1966996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7" name="D3-主卧阳台网口">
            <a:extLst>
              <a:ext uri="{FF2B5EF4-FFF2-40B4-BE49-F238E27FC236}">
                <a16:creationId xmlns:a16="http://schemas.microsoft.com/office/drawing/2014/main" id="{559DAE6D-2A1C-41F0-84A0-B24B7A34B328}"/>
              </a:ext>
            </a:extLst>
          </p:cNvPr>
          <p:cNvSpPr>
            <a:spLocks noGrp="1"/>
          </p:cNvSpPr>
          <p:nvPr/>
        </p:nvSpPr>
        <p:spPr>
          <a:xfrm>
            <a:off x="8985584" y="1528345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3-主卧阳台网口-编号文字">
            <a:extLst>
              <a:ext uri="{FF2B5EF4-FFF2-40B4-BE49-F238E27FC236}">
                <a16:creationId xmlns:a16="http://schemas.microsoft.com/office/drawing/2014/main" id="{B8DB80B5-BC4C-44F8-BC88-B0C59D406B8C}"/>
              </a:ext>
            </a:extLst>
          </p:cNvPr>
          <p:cNvSpPr>
            <a:spLocks noGrp="1"/>
          </p:cNvSpPr>
          <p:nvPr/>
        </p:nvSpPr>
        <p:spPr>
          <a:xfrm>
            <a:off x="8804609" y="1528345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 dirty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9" name="AV-影音柜">
            <a:extLst>
              <a:ext uri="{FF2B5EF4-FFF2-40B4-BE49-F238E27FC236}">
                <a16:creationId xmlns:a16="http://schemas.microsoft.com/office/drawing/2014/main" id="{6378A16B-C52A-4DC8-AF6C-C56BC6CDD776}"/>
              </a:ext>
            </a:extLst>
          </p:cNvPr>
          <p:cNvSpPr>
            <a:spLocks noGrp="1"/>
          </p:cNvSpPr>
          <p:nvPr/>
        </p:nvSpPr>
        <p:spPr>
          <a:xfrm>
            <a:off x="7732295" y="4264693"/>
            <a:ext cx="361950" cy="3619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V-影音柜-编号文字">
            <a:extLst>
              <a:ext uri="{FF2B5EF4-FFF2-40B4-BE49-F238E27FC236}">
                <a16:creationId xmlns:a16="http://schemas.microsoft.com/office/drawing/2014/main" id="{DF694233-38C0-4339-A497-3800BC869784}"/>
              </a:ext>
            </a:extLst>
          </p:cNvPr>
          <p:cNvSpPr>
            <a:spLocks noGrp="1"/>
          </p:cNvSpPr>
          <p:nvPr/>
        </p:nvSpPr>
        <p:spPr>
          <a:xfrm>
            <a:off x="7551320" y="4264693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AV</a:t>
            </a:r>
          </a:p>
        </p:txBody>
      </p:sp>
      <p:sp>
        <p:nvSpPr>
          <p:cNvPr id="21" name="PJ-短焦投影">
            <a:extLst>
              <a:ext uri="{FF2B5EF4-FFF2-40B4-BE49-F238E27FC236}">
                <a16:creationId xmlns:a16="http://schemas.microsoft.com/office/drawing/2014/main" id="{386378BA-713B-4734-84FA-9D9A3B3EC153}"/>
              </a:ext>
            </a:extLst>
          </p:cNvPr>
          <p:cNvSpPr>
            <a:spLocks noGrp="1"/>
          </p:cNvSpPr>
          <p:nvPr/>
        </p:nvSpPr>
        <p:spPr>
          <a:xfrm>
            <a:off x="8475913" y="4097588"/>
            <a:ext cx="361950" cy="3619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J-短焦投影-编号文字">
            <a:extLst>
              <a:ext uri="{FF2B5EF4-FFF2-40B4-BE49-F238E27FC236}">
                <a16:creationId xmlns:a16="http://schemas.microsoft.com/office/drawing/2014/main" id="{6502C4BB-7CA0-4DBB-8EE7-49BF73E4397A}"/>
              </a:ext>
            </a:extLst>
          </p:cNvPr>
          <p:cNvSpPr>
            <a:spLocks noGrp="1"/>
          </p:cNvSpPr>
          <p:nvPr/>
        </p:nvSpPr>
        <p:spPr>
          <a:xfrm>
            <a:off x="8294938" y="4097588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23" name="485-设备端">
            <a:extLst>
              <a:ext uri="{FF2B5EF4-FFF2-40B4-BE49-F238E27FC236}">
                <a16:creationId xmlns:a16="http://schemas.microsoft.com/office/drawing/2014/main" id="{DD6C7066-511E-4A0B-9694-E7DDB09DE739}"/>
              </a:ext>
            </a:extLst>
          </p:cNvPr>
          <p:cNvSpPr>
            <a:spLocks noGrp="1"/>
          </p:cNvSpPr>
          <p:nvPr/>
        </p:nvSpPr>
        <p:spPr>
          <a:xfrm>
            <a:off x="6877718" y="2825249"/>
            <a:ext cx="400050" cy="400050"/>
          </a:xfrm>
          <a:prstGeom prst="ellipse">
            <a:avLst/>
          </a:prstGeom>
          <a:solidFill>
            <a:srgbClr val="7351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485-设备端-编号文字">
            <a:extLst>
              <a:ext uri="{FF2B5EF4-FFF2-40B4-BE49-F238E27FC236}">
                <a16:creationId xmlns:a16="http://schemas.microsoft.com/office/drawing/2014/main" id="{4C245CAF-ACC6-4A7B-9193-56DBD81579C6}"/>
              </a:ext>
            </a:extLst>
          </p:cNvPr>
          <p:cNvSpPr>
            <a:spLocks noGrp="1"/>
          </p:cNvSpPr>
          <p:nvPr/>
        </p:nvSpPr>
        <p:spPr>
          <a:xfrm>
            <a:off x="6677693" y="2825249"/>
            <a:ext cx="80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485</a:t>
            </a:r>
          </a:p>
        </p:txBody>
      </p:sp>
      <p:sp>
        <p:nvSpPr>
          <p:cNvPr id="25" name="W2-厨下总水阀">
            <a:extLst>
              <a:ext uri="{FF2B5EF4-FFF2-40B4-BE49-F238E27FC236}">
                <a16:creationId xmlns:a16="http://schemas.microsoft.com/office/drawing/2014/main" id="{D1D3B9CE-70D3-4F69-9FB8-5DB859740258}"/>
              </a:ext>
            </a:extLst>
          </p:cNvPr>
          <p:cNvSpPr>
            <a:spLocks noGrp="1"/>
          </p:cNvSpPr>
          <p:nvPr/>
        </p:nvSpPr>
        <p:spPr>
          <a:xfrm>
            <a:off x="2688724" y="3971089"/>
            <a:ext cx="381000" cy="381000"/>
          </a:xfrm>
          <a:prstGeom prst="ellipse">
            <a:avLst/>
          </a:prstGeom>
          <a:solidFill>
            <a:srgbClr val="C735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W2-厨下总水阀-编号文字">
            <a:extLst>
              <a:ext uri="{FF2B5EF4-FFF2-40B4-BE49-F238E27FC236}">
                <a16:creationId xmlns:a16="http://schemas.microsoft.com/office/drawing/2014/main" id="{D065056C-FFDD-44E5-BC3A-E5505DC096E1}"/>
              </a:ext>
            </a:extLst>
          </p:cNvPr>
          <p:cNvSpPr>
            <a:spLocks noGrp="1"/>
          </p:cNvSpPr>
          <p:nvPr/>
        </p:nvSpPr>
        <p:spPr>
          <a:xfrm>
            <a:off x="2498224" y="3971089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27" name="B1-洗烘插座">
            <a:extLst>
              <a:ext uri="{FF2B5EF4-FFF2-40B4-BE49-F238E27FC236}">
                <a16:creationId xmlns:a16="http://schemas.microsoft.com/office/drawing/2014/main" id="{12D3FE28-7678-4111-BC4D-7F8A6CEC3989}"/>
              </a:ext>
            </a:extLst>
          </p:cNvPr>
          <p:cNvSpPr>
            <a:spLocks noGrp="1"/>
          </p:cNvSpPr>
          <p:nvPr/>
        </p:nvSpPr>
        <p:spPr>
          <a:xfrm>
            <a:off x="6226509" y="1986046"/>
            <a:ext cx="323850" cy="3238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1-洗烘插座-编号文字">
            <a:extLst>
              <a:ext uri="{FF2B5EF4-FFF2-40B4-BE49-F238E27FC236}">
                <a16:creationId xmlns:a16="http://schemas.microsoft.com/office/drawing/2014/main" id="{818820DD-F60D-4A96-9683-8E3C43624C83}"/>
              </a:ext>
            </a:extLst>
          </p:cNvPr>
          <p:cNvSpPr>
            <a:spLocks noGrp="1"/>
          </p:cNvSpPr>
          <p:nvPr/>
        </p:nvSpPr>
        <p:spPr>
          <a:xfrm>
            <a:off x="6064584" y="1986046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29" name="B2-湿区马桶上方壁挂洗衣机插座">
            <a:extLst>
              <a:ext uri="{FF2B5EF4-FFF2-40B4-BE49-F238E27FC236}">
                <a16:creationId xmlns:a16="http://schemas.microsoft.com/office/drawing/2014/main" id="{F907CB9A-8EFE-412B-8FF0-55CA43351183}"/>
              </a:ext>
            </a:extLst>
          </p:cNvPr>
          <p:cNvSpPr>
            <a:spLocks noGrp="1"/>
          </p:cNvSpPr>
          <p:nvPr/>
        </p:nvSpPr>
        <p:spPr>
          <a:xfrm>
            <a:off x="6059404" y="1672724"/>
            <a:ext cx="323850" cy="3238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2-湿区马桶上方壁挂洗衣机插座-编号文字">
            <a:extLst>
              <a:ext uri="{FF2B5EF4-FFF2-40B4-BE49-F238E27FC236}">
                <a16:creationId xmlns:a16="http://schemas.microsoft.com/office/drawing/2014/main" id="{C171A9D7-E92E-4083-9A64-782E48C1C303}"/>
              </a:ext>
            </a:extLst>
          </p:cNvPr>
          <p:cNvSpPr>
            <a:spLocks noGrp="1"/>
          </p:cNvSpPr>
          <p:nvPr/>
        </p:nvSpPr>
        <p:spPr>
          <a:xfrm>
            <a:off x="5897479" y="1672724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31" name="B3-扫地机器人插座">
            <a:extLst>
              <a:ext uri="{FF2B5EF4-FFF2-40B4-BE49-F238E27FC236}">
                <a16:creationId xmlns:a16="http://schemas.microsoft.com/office/drawing/2014/main" id="{51474F50-9F8A-41B4-8E57-9CB962BB27EC}"/>
              </a:ext>
            </a:extLst>
          </p:cNvPr>
          <p:cNvSpPr>
            <a:spLocks noGrp="1"/>
          </p:cNvSpPr>
          <p:nvPr/>
        </p:nvSpPr>
        <p:spPr>
          <a:xfrm>
            <a:off x="6226509" y="2466474"/>
            <a:ext cx="323850" cy="3238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B3-扫地机器人插座-编号文字">
            <a:extLst>
              <a:ext uri="{FF2B5EF4-FFF2-40B4-BE49-F238E27FC236}">
                <a16:creationId xmlns:a16="http://schemas.microsoft.com/office/drawing/2014/main" id="{F9047C4A-136D-4017-B538-58A30F0C01C9}"/>
              </a:ext>
            </a:extLst>
          </p:cNvPr>
          <p:cNvSpPr>
            <a:spLocks noGrp="1"/>
          </p:cNvSpPr>
          <p:nvPr/>
        </p:nvSpPr>
        <p:spPr>
          <a:xfrm>
            <a:off x="6064584" y="2466474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33" name="B4-吹风机插座">
            <a:extLst>
              <a:ext uri="{FF2B5EF4-FFF2-40B4-BE49-F238E27FC236}">
                <a16:creationId xmlns:a16="http://schemas.microsoft.com/office/drawing/2014/main" id="{919DEB6B-873C-4B92-8F30-47BE7376E618}"/>
              </a:ext>
            </a:extLst>
          </p:cNvPr>
          <p:cNvSpPr>
            <a:spLocks noGrp="1"/>
          </p:cNvSpPr>
          <p:nvPr/>
        </p:nvSpPr>
        <p:spPr>
          <a:xfrm>
            <a:off x="6440180" y="2635841"/>
            <a:ext cx="323850" cy="3238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B4-吹风机插座-编号文字">
            <a:extLst>
              <a:ext uri="{FF2B5EF4-FFF2-40B4-BE49-F238E27FC236}">
                <a16:creationId xmlns:a16="http://schemas.microsoft.com/office/drawing/2014/main" id="{8BC83948-C5CA-4743-AD89-9D42FA9C2F93}"/>
              </a:ext>
            </a:extLst>
          </p:cNvPr>
          <p:cNvSpPr>
            <a:spLocks noGrp="1"/>
          </p:cNvSpPr>
          <p:nvPr/>
        </p:nvSpPr>
        <p:spPr>
          <a:xfrm>
            <a:off x="6278255" y="2635841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 dirty="0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35" name="C1-书房窗帘电机电源">
            <a:extLst>
              <a:ext uri="{FF2B5EF4-FFF2-40B4-BE49-F238E27FC236}">
                <a16:creationId xmlns:a16="http://schemas.microsoft.com/office/drawing/2014/main" id="{2FE57A56-4F02-41E0-ACA2-3E3A5D06EF28}"/>
              </a:ext>
            </a:extLst>
          </p:cNvPr>
          <p:cNvSpPr>
            <a:spLocks noGrp="1"/>
          </p:cNvSpPr>
          <p:nvPr/>
        </p:nvSpPr>
        <p:spPr>
          <a:xfrm>
            <a:off x="2134268" y="1758114"/>
            <a:ext cx="361950" cy="361950"/>
          </a:xfrm>
          <a:prstGeom prst="ellipse">
            <a:avLst/>
          </a:prstGeom>
          <a:solidFill>
            <a:srgbClr val="1684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1-书房窗帘电机电源-编号文字">
            <a:extLst>
              <a:ext uri="{FF2B5EF4-FFF2-40B4-BE49-F238E27FC236}">
                <a16:creationId xmlns:a16="http://schemas.microsoft.com/office/drawing/2014/main" id="{1FE51916-D63D-4704-AA46-F211DB671240}"/>
              </a:ext>
            </a:extLst>
          </p:cNvPr>
          <p:cNvSpPr>
            <a:spLocks noGrp="1"/>
          </p:cNvSpPr>
          <p:nvPr/>
        </p:nvSpPr>
        <p:spPr>
          <a:xfrm>
            <a:off x="1953293" y="1758114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37" name="C2-次卧窗帘电机电源">
            <a:extLst>
              <a:ext uri="{FF2B5EF4-FFF2-40B4-BE49-F238E27FC236}">
                <a16:creationId xmlns:a16="http://schemas.microsoft.com/office/drawing/2014/main" id="{3309D314-4AF7-4B74-BDAE-5B712C3693F5}"/>
              </a:ext>
            </a:extLst>
          </p:cNvPr>
          <p:cNvSpPr>
            <a:spLocks noGrp="1"/>
          </p:cNvSpPr>
          <p:nvPr/>
        </p:nvSpPr>
        <p:spPr>
          <a:xfrm>
            <a:off x="3211558" y="853574"/>
            <a:ext cx="361950" cy="361950"/>
          </a:xfrm>
          <a:prstGeom prst="ellipse">
            <a:avLst/>
          </a:prstGeom>
          <a:solidFill>
            <a:srgbClr val="1684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2-次卧窗帘电机电源-编号文字">
            <a:extLst>
              <a:ext uri="{FF2B5EF4-FFF2-40B4-BE49-F238E27FC236}">
                <a16:creationId xmlns:a16="http://schemas.microsoft.com/office/drawing/2014/main" id="{BF52B33E-90BD-477B-AAA9-3A1DCA175445}"/>
              </a:ext>
            </a:extLst>
          </p:cNvPr>
          <p:cNvSpPr>
            <a:spLocks noGrp="1"/>
          </p:cNvSpPr>
          <p:nvPr/>
        </p:nvSpPr>
        <p:spPr>
          <a:xfrm>
            <a:off x="3030583" y="853574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 dirty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39" name="C3-主卧阳台窗帘电机电源">
            <a:extLst>
              <a:ext uri="{FF2B5EF4-FFF2-40B4-BE49-F238E27FC236}">
                <a16:creationId xmlns:a16="http://schemas.microsoft.com/office/drawing/2014/main" id="{0E45EEB1-FBEE-4A34-8FF8-300CAA9EDE81}"/>
              </a:ext>
            </a:extLst>
          </p:cNvPr>
          <p:cNvSpPr>
            <a:spLocks noGrp="1"/>
          </p:cNvSpPr>
          <p:nvPr/>
        </p:nvSpPr>
        <p:spPr>
          <a:xfrm>
            <a:off x="9475871" y="913186"/>
            <a:ext cx="361950" cy="361950"/>
          </a:xfrm>
          <a:prstGeom prst="ellipse">
            <a:avLst/>
          </a:prstGeom>
          <a:solidFill>
            <a:srgbClr val="1684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C3-主卧阳台窗帘电机电源-编号文字">
            <a:extLst>
              <a:ext uri="{FF2B5EF4-FFF2-40B4-BE49-F238E27FC236}">
                <a16:creationId xmlns:a16="http://schemas.microsoft.com/office/drawing/2014/main" id="{B31F67EC-C83C-4D9F-AE49-E3C450BC0B5A}"/>
              </a:ext>
            </a:extLst>
          </p:cNvPr>
          <p:cNvSpPr>
            <a:spLocks noGrp="1"/>
          </p:cNvSpPr>
          <p:nvPr/>
        </p:nvSpPr>
        <p:spPr>
          <a:xfrm>
            <a:off x="9294896" y="913186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41" name="C4-客厅阳台窗帘电机电源">
            <a:extLst>
              <a:ext uri="{FF2B5EF4-FFF2-40B4-BE49-F238E27FC236}">
                <a16:creationId xmlns:a16="http://schemas.microsoft.com/office/drawing/2014/main" id="{B4F3DCAD-86DC-4629-AE25-73005CFF03CE}"/>
              </a:ext>
            </a:extLst>
          </p:cNvPr>
          <p:cNvSpPr>
            <a:spLocks noGrp="1"/>
          </p:cNvSpPr>
          <p:nvPr/>
        </p:nvSpPr>
        <p:spPr>
          <a:xfrm>
            <a:off x="9361571" y="4202029"/>
            <a:ext cx="361950" cy="361950"/>
          </a:xfrm>
          <a:prstGeom prst="ellipse">
            <a:avLst/>
          </a:prstGeom>
          <a:solidFill>
            <a:srgbClr val="1684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C4-客厅阳台窗帘电机电源-编号文字">
            <a:extLst>
              <a:ext uri="{FF2B5EF4-FFF2-40B4-BE49-F238E27FC236}">
                <a16:creationId xmlns:a16="http://schemas.microsoft.com/office/drawing/2014/main" id="{C941F61F-FC38-4D51-8C09-039BD26667CC}"/>
              </a:ext>
            </a:extLst>
          </p:cNvPr>
          <p:cNvSpPr>
            <a:spLocks noGrp="1"/>
          </p:cNvSpPr>
          <p:nvPr/>
        </p:nvSpPr>
        <p:spPr>
          <a:xfrm>
            <a:off x="9180596" y="4202029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43" name="P1-过道靠次卧墙面插座">
            <a:extLst>
              <a:ext uri="{FF2B5EF4-FFF2-40B4-BE49-F238E27FC236}">
                <a16:creationId xmlns:a16="http://schemas.microsoft.com/office/drawing/2014/main" id="{1BCE31DB-7BB5-4E28-87C3-57142D627D13}"/>
              </a:ext>
            </a:extLst>
          </p:cNvPr>
          <p:cNvSpPr>
            <a:spLocks noGrp="1"/>
          </p:cNvSpPr>
          <p:nvPr/>
        </p:nvSpPr>
        <p:spPr>
          <a:xfrm>
            <a:off x="4608596" y="2686718"/>
            <a:ext cx="342900" cy="34290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P1-过道靠次卧墙面插座-编号文字">
            <a:extLst>
              <a:ext uri="{FF2B5EF4-FFF2-40B4-BE49-F238E27FC236}">
                <a16:creationId xmlns:a16="http://schemas.microsoft.com/office/drawing/2014/main" id="{BB90141C-D0DC-4BE5-B469-005758E350A9}"/>
              </a:ext>
            </a:extLst>
          </p:cNvPr>
          <p:cNvSpPr>
            <a:spLocks noGrp="1"/>
          </p:cNvSpPr>
          <p:nvPr/>
        </p:nvSpPr>
        <p:spPr>
          <a:xfrm>
            <a:off x="4437146" y="2686718"/>
            <a:ext cx="68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45" name="P2-主卧阳台插座-1">
            <a:extLst>
              <a:ext uri="{FF2B5EF4-FFF2-40B4-BE49-F238E27FC236}">
                <a16:creationId xmlns:a16="http://schemas.microsoft.com/office/drawing/2014/main" id="{1BD34F86-8205-43D9-9736-1076A97EC8A7}"/>
              </a:ext>
            </a:extLst>
          </p:cNvPr>
          <p:cNvSpPr>
            <a:spLocks noGrp="1"/>
          </p:cNvSpPr>
          <p:nvPr/>
        </p:nvSpPr>
        <p:spPr>
          <a:xfrm>
            <a:off x="9544467" y="1871245"/>
            <a:ext cx="152400" cy="152400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P2-主卧阳台插座-2">
            <a:extLst>
              <a:ext uri="{FF2B5EF4-FFF2-40B4-BE49-F238E27FC236}">
                <a16:creationId xmlns:a16="http://schemas.microsoft.com/office/drawing/2014/main" id="{8C746E31-D492-4989-91B9-7565EBB9727F}"/>
              </a:ext>
            </a:extLst>
          </p:cNvPr>
          <p:cNvSpPr>
            <a:spLocks noGrp="1"/>
          </p:cNvSpPr>
          <p:nvPr/>
        </p:nvSpPr>
        <p:spPr>
          <a:xfrm>
            <a:off x="9543549" y="2044489"/>
            <a:ext cx="152400" cy="152400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P2-主卧阳台插座说明">
            <a:extLst>
              <a:ext uri="{FF2B5EF4-FFF2-40B4-BE49-F238E27FC236}">
                <a16:creationId xmlns:a16="http://schemas.microsoft.com/office/drawing/2014/main" id="{A96C95E1-1CF3-45AD-A31B-3AE3D4EE4353}"/>
              </a:ext>
            </a:extLst>
          </p:cNvPr>
          <p:cNvSpPr>
            <a:spLocks noGrp="1"/>
          </p:cNvSpPr>
          <p:nvPr/>
        </p:nvSpPr>
        <p:spPr>
          <a:xfrm>
            <a:off x="9442784" y="1572997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E66A1F"/>
                </a:solidFill>
              </a:defRPr>
            </a:pPr>
            <a:r>
              <a:rPr sz="1125" b="1" dirty="0">
                <a:solidFill>
                  <a:srgbClr val="E66A1F"/>
                </a:solidFill>
              </a:rPr>
              <a:t>P2 主卧阳台×2</a:t>
            </a:r>
          </a:p>
        </p:txBody>
      </p:sp>
      <p:sp>
        <p:nvSpPr>
          <p:cNvPr id="48" name="P3-竖墙插座-1">
            <a:extLst>
              <a:ext uri="{FF2B5EF4-FFF2-40B4-BE49-F238E27FC236}">
                <a16:creationId xmlns:a16="http://schemas.microsoft.com/office/drawing/2014/main" id="{56CA0596-02A2-4CF3-85CB-4A55FDDA7ED8}"/>
              </a:ext>
            </a:extLst>
          </p:cNvPr>
          <p:cNvSpPr>
            <a:spLocks noGrp="1"/>
          </p:cNvSpPr>
          <p:nvPr/>
        </p:nvSpPr>
        <p:spPr>
          <a:xfrm>
            <a:off x="5869990" y="3686956"/>
            <a:ext cx="142875" cy="142875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P3-竖墙插座-2">
            <a:extLst>
              <a:ext uri="{FF2B5EF4-FFF2-40B4-BE49-F238E27FC236}">
                <a16:creationId xmlns:a16="http://schemas.microsoft.com/office/drawing/2014/main" id="{4C85AAA4-5E63-4F21-B929-A8A85104A053}"/>
              </a:ext>
            </a:extLst>
          </p:cNvPr>
          <p:cNvSpPr>
            <a:spLocks noGrp="1"/>
          </p:cNvSpPr>
          <p:nvPr/>
        </p:nvSpPr>
        <p:spPr>
          <a:xfrm>
            <a:off x="5869990" y="4186238"/>
            <a:ext cx="142875" cy="142875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P3-竖墙插座-3">
            <a:extLst>
              <a:ext uri="{FF2B5EF4-FFF2-40B4-BE49-F238E27FC236}">
                <a16:creationId xmlns:a16="http://schemas.microsoft.com/office/drawing/2014/main" id="{443B2799-12A0-4999-8F5A-2C0A544B5331}"/>
              </a:ext>
            </a:extLst>
          </p:cNvPr>
          <p:cNvSpPr>
            <a:spLocks noGrp="1"/>
          </p:cNvSpPr>
          <p:nvPr/>
        </p:nvSpPr>
        <p:spPr>
          <a:xfrm>
            <a:off x="5869990" y="4374231"/>
            <a:ext cx="142875" cy="142875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P3-竖墙三个插座说明">
            <a:extLst>
              <a:ext uri="{FF2B5EF4-FFF2-40B4-BE49-F238E27FC236}">
                <a16:creationId xmlns:a16="http://schemas.microsoft.com/office/drawing/2014/main" id="{185D8532-755D-4F4F-9419-7A9FFAA62AC4}"/>
              </a:ext>
            </a:extLst>
          </p:cNvPr>
          <p:cNvSpPr>
            <a:spLocks noGrp="1"/>
          </p:cNvSpPr>
          <p:nvPr/>
        </p:nvSpPr>
        <p:spPr>
          <a:xfrm>
            <a:off x="5922044" y="385551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E66A1F"/>
                </a:solidFill>
              </a:defRPr>
            </a:pPr>
            <a:r>
              <a:rPr sz="1050" b="1" dirty="0">
                <a:solidFill>
                  <a:srgbClr val="E66A1F"/>
                </a:solidFill>
              </a:rPr>
              <a:t>P3 竖墙共3个</a:t>
            </a:r>
          </a:p>
          <a:p>
            <a:pPr algn="l">
              <a:defRPr sz="1050" b="1">
                <a:solidFill>
                  <a:srgbClr val="E66A1F"/>
                </a:solidFill>
              </a:defRPr>
            </a:pPr>
            <a:r>
              <a:rPr sz="1050" b="1" dirty="0">
                <a:solidFill>
                  <a:srgbClr val="E66A1F"/>
                </a:solidFill>
              </a:rPr>
              <a:t>水平墙原2个不变</a:t>
            </a:r>
          </a:p>
        </p:txBody>
      </p:sp>
      <p:sp>
        <p:nvSpPr>
          <p:cNvPr id="52" name="S1-衣帽间说明">
            <a:extLst>
              <a:ext uri="{FF2B5EF4-FFF2-40B4-BE49-F238E27FC236}">
                <a16:creationId xmlns:a16="http://schemas.microsoft.com/office/drawing/2014/main" id="{55274E9A-F4F4-499D-B4DF-EECDB1190DC7}"/>
              </a:ext>
            </a:extLst>
          </p:cNvPr>
          <p:cNvSpPr>
            <a:spLocks noGrp="1"/>
          </p:cNvSpPr>
          <p:nvPr/>
        </p:nvSpPr>
        <p:spPr>
          <a:xfrm>
            <a:off x="3881855" y="4926096"/>
            <a:ext cx="2286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4288">
            <a:solidFill>
              <a:srgbClr val="B34B8C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S1 衣帽间设备带</a:t>
            </a:r>
          </a:p>
          <a:p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机柜 / P2S / 吸尘器 / 备用</a:t>
            </a:r>
          </a:p>
        </p:txBody>
      </p:sp>
      <p:sp>
        <p:nvSpPr>
          <p:cNvPr id="53" name="SW-全屋开关盒说明">
            <a:extLst>
              <a:ext uri="{FF2B5EF4-FFF2-40B4-BE49-F238E27FC236}">
                <a16:creationId xmlns:a16="http://schemas.microsoft.com/office/drawing/2014/main" id="{A8F4E5B7-A8E1-4EE8-9868-49E888F29EE3}"/>
              </a:ext>
            </a:extLst>
          </p:cNvPr>
          <p:cNvSpPr>
            <a:spLocks noGrp="1"/>
          </p:cNvSpPr>
          <p:nvPr/>
        </p:nvSpPr>
        <p:spPr>
          <a:xfrm>
            <a:off x="6451099" y="4988761"/>
            <a:ext cx="31432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B77900"/>
            </a:solidFill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SW 全屋开关盒：零线 + 加深86底盒；关键照明保留本地手动</a:t>
            </a:r>
          </a:p>
        </p:txBody>
      </p:sp>
      <p:sp>
        <p:nvSpPr>
          <p:cNvPr id="54" name="全屋说明栏背景">
            <a:extLst>
              <a:ext uri="{FF2B5EF4-FFF2-40B4-BE49-F238E27FC236}">
                <a16:creationId xmlns:a16="http://schemas.microsoft.com/office/drawing/2014/main" id="{36F035D6-3CBB-47AC-A74C-FAC0828C0C29}"/>
              </a:ext>
            </a:extLst>
          </p:cNvPr>
          <p:cNvSpPr>
            <a:spLocks noGrp="1"/>
          </p:cNvSpPr>
          <p:nvPr/>
        </p:nvSpPr>
        <p:spPr>
          <a:xfrm>
            <a:off x="11696700" y="190500"/>
            <a:ext cx="5257800" cy="8191500"/>
          </a:xfrm>
          <a:prstGeom prst="roundRect">
            <a:avLst>
              <a:gd name="adj" fmla="val 1812"/>
            </a:avLst>
          </a:prstGeom>
          <a:solidFill>
            <a:srgbClr val="F7F8FA"/>
          </a:solidFill>
          <a:ln w="9525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lide-title">
            <a:extLst>
              <a:ext uri="{FF2B5EF4-FFF2-40B4-BE49-F238E27FC236}">
                <a16:creationId xmlns:a16="http://schemas.microsoft.com/office/drawing/2014/main" id="{1569712D-3766-4FEE-A8D0-73797DCAB1BA}"/>
              </a:ext>
            </a:extLst>
          </p:cNvPr>
          <p:cNvSpPr>
            <a:spLocks noGrp="1"/>
          </p:cNvSpPr>
          <p:nvPr/>
        </p:nvSpPr>
        <p:spPr>
          <a:xfrm>
            <a:off x="11887200" y="3619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全屋点位图（可编辑）</a:t>
            </a:r>
          </a:p>
        </p:txBody>
      </p:sp>
      <p:sp>
        <p:nvSpPr>
          <p:cNvPr id="56" name="slide-subtitle">
            <a:extLst>
              <a:ext uri="{FF2B5EF4-FFF2-40B4-BE49-F238E27FC236}">
                <a16:creationId xmlns:a16="http://schemas.microsoft.com/office/drawing/2014/main" id="{1537CC5B-5F36-47E1-A6B7-18F23B7192B2}"/>
              </a:ext>
            </a:extLst>
          </p:cNvPr>
          <p:cNvSpPr>
            <a:spLocks noGrp="1"/>
          </p:cNvSpPr>
          <p:nvPr/>
        </p:nvSpPr>
        <p:spPr>
          <a:xfrm>
            <a:off x="11887200" y="8286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黑色底图固定；彩色点位、插座组和文字均可拖动修改</a:t>
            </a:r>
          </a:p>
        </p:txBody>
      </p:sp>
      <p:sp>
        <p:nvSpPr>
          <p:cNvPr id="57" name="section-heading">
            <a:extLst>
              <a:ext uri="{FF2B5EF4-FFF2-40B4-BE49-F238E27FC236}">
                <a16:creationId xmlns:a16="http://schemas.microsoft.com/office/drawing/2014/main" id="{F89B2225-83A6-474C-ACC3-4996D4EA9B74}"/>
              </a:ext>
            </a:extLst>
          </p:cNvPr>
          <p:cNvSpPr>
            <a:spLocks noGrp="1"/>
          </p:cNvSpPr>
          <p:nvPr/>
        </p:nvSpPr>
        <p:spPr>
          <a:xfrm>
            <a:off x="11887200" y="11620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当前锁定点位</a:t>
            </a:r>
          </a:p>
        </p:txBody>
      </p:sp>
      <p:sp>
        <p:nvSpPr>
          <p:cNvPr id="58" name="legend-marker-0-N1">
            <a:extLst>
              <a:ext uri="{FF2B5EF4-FFF2-40B4-BE49-F238E27FC236}">
                <a16:creationId xmlns:a16="http://schemas.microsoft.com/office/drawing/2014/main" id="{D65538E8-D58C-42A7-A3D4-9FA03CA59005}"/>
              </a:ext>
            </a:extLst>
          </p:cNvPr>
          <p:cNvSpPr>
            <a:spLocks noGrp="1"/>
          </p:cNvSpPr>
          <p:nvPr/>
        </p:nvSpPr>
        <p:spPr>
          <a:xfrm>
            <a:off x="11906250" y="1504950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legend-marker-0-N1-编号文字">
            <a:extLst>
              <a:ext uri="{FF2B5EF4-FFF2-40B4-BE49-F238E27FC236}">
                <a16:creationId xmlns:a16="http://schemas.microsoft.com/office/drawing/2014/main" id="{BE0E9E40-16CE-4E00-90EB-396233C304ED}"/>
              </a:ext>
            </a:extLst>
          </p:cNvPr>
          <p:cNvSpPr>
            <a:spLocks noGrp="1"/>
          </p:cNvSpPr>
          <p:nvPr/>
        </p:nvSpPr>
        <p:spPr>
          <a:xfrm>
            <a:off x="11763375" y="15049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N1</a:t>
            </a:r>
          </a:p>
        </p:txBody>
      </p:sp>
      <p:sp>
        <p:nvSpPr>
          <p:cNvPr id="60" name="legend-text-0-N1">
            <a:extLst>
              <a:ext uri="{FF2B5EF4-FFF2-40B4-BE49-F238E27FC236}">
                <a16:creationId xmlns:a16="http://schemas.microsoft.com/office/drawing/2014/main" id="{301F79B0-BB96-4651-9525-4F3D53097A2D}"/>
              </a:ext>
            </a:extLst>
          </p:cNvPr>
          <p:cNvSpPr>
            <a:spLocks noGrp="1"/>
          </p:cNvSpPr>
          <p:nvPr/>
        </p:nvSpPr>
        <p:spPr>
          <a:xfrm>
            <a:off x="12401550" y="1504950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AP1：左侧中央走廊顶面，1根Cat6A PoE回衣帽间</a:t>
            </a:r>
          </a:p>
        </p:txBody>
      </p:sp>
      <p:sp>
        <p:nvSpPr>
          <p:cNvPr id="61" name="legend-marker-1-N2">
            <a:extLst>
              <a:ext uri="{FF2B5EF4-FFF2-40B4-BE49-F238E27FC236}">
                <a16:creationId xmlns:a16="http://schemas.microsoft.com/office/drawing/2014/main" id="{AD5CB82F-4C19-4F98-96B2-CB12B4503BBD}"/>
              </a:ext>
            </a:extLst>
          </p:cNvPr>
          <p:cNvSpPr>
            <a:spLocks noGrp="1"/>
          </p:cNvSpPr>
          <p:nvPr/>
        </p:nvSpPr>
        <p:spPr>
          <a:xfrm>
            <a:off x="11906250" y="1838325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legend-marker-1-N2-编号文字">
            <a:extLst>
              <a:ext uri="{FF2B5EF4-FFF2-40B4-BE49-F238E27FC236}">
                <a16:creationId xmlns:a16="http://schemas.microsoft.com/office/drawing/2014/main" id="{09E3930B-08B7-4935-875F-AAC6D3234B82}"/>
              </a:ext>
            </a:extLst>
          </p:cNvPr>
          <p:cNvSpPr>
            <a:spLocks noGrp="1"/>
          </p:cNvSpPr>
          <p:nvPr/>
        </p:nvSpPr>
        <p:spPr>
          <a:xfrm>
            <a:off x="11763375" y="18383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N2</a:t>
            </a:r>
          </a:p>
        </p:txBody>
      </p:sp>
      <p:sp>
        <p:nvSpPr>
          <p:cNvPr id="63" name="legend-text-1-N2">
            <a:extLst>
              <a:ext uri="{FF2B5EF4-FFF2-40B4-BE49-F238E27FC236}">
                <a16:creationId xmlns:a16="http://schemas.microsoft.com/office/drawing/2014/main" id="{20F79130-149A-4F52-8E2F-8A3CC4A40733}"/>
              </a:ext>
            </a:extLst>
          </p:cNvPr>
          <p:cNvSpPr>
            <a:spLocks noGrp="1"/>
          </p:cNvSpPr>
          <p:nvPr/>
        </p:nvSpPr>
        <p:spPr>
          <a:xfrm>
            <a:off x="12401550" y="1838325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AP2：客厅顶面，1根Cat6A PoE回衣帽间</a:t>
            </a:r>
          </a:p>
        </p:txBody>
      </p:sp>
      <p:sp>
        <p:nvSpPr>
          <p:cNvPr id="64" name="legend-marker-2-ZB">
            <a:extLst>
              <a:ext uri="{FF2B5EF4-FFF2-40B4-BE49-F238E27FC236}">
                <a16:creationId xmlns:a16="http://schemas.microsoft.com/office/drawing/2014/main" id="{AD70BBDE-682C-42BA-8355-ECDFEF41DB19}"/>
              </a:ext>
            </a:extLst>
          </p:cNvPr>
          <p:cNvSpPr>
            <a:spLocks noGrp="1"/>
          </p:cNvSpPr>
          <p:nvPr/>
        </p:nvSpPr>
        <p:spPr>
          <a:xfrm>
            <a:off x="11906250" y="2171700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legend-marker-2-ZB-编号文字">
            <a:extLst>
              <a:ext uri="{FF2B5EF4-FFF2-40B4-BE49-F238E27FC236}">
                <a16:creationId xmlns:a16="http://schemas.microsoft.com/office/drawing/2014/main" id="{5E50E50F-5DE9-476E-B75E-58946D53A83E}"/>
              </a:ext>
            </a:extLst>
          </p:cNvPr>
          <p:cNvSpPr>
            <a:spLocks noGrp="1"/>
          </p:cNvSpPr>
          <p:nvPr/>
        </p:nvSpPr>
        <p:spPr>
          <a:xfrm>
            <a:off x="11763375" y="21717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ZB</a:t>
            </a:r>
          </a:p>
        </p:txBody>
      </p:sp>
      <p:sp>
        <p:nvSpPr>
          <p:cNvPr id="66" name="legend-text-2-ZB">
            <a:extLst>
              <a:ext uri="{FF2B5EF4-FFF2-40B4-BE49-F238E27FC236}">
                <a16:creationId xmlns:a16="http://schemas.microsoft.com/office/drawing/2014/main" id="{966CD41B-32A3-4A96-8324-6B79B8C09806}"/>
              </a:ext>
            </a:extLst>
          </p:cNvPr>
          <p:cNvSpPr>
            <a:spLocks noGrp="1"/>
          </p:cNvSpPr>
          <p:nvPr/>
        </p:nvSpPr>
        <p:spPr>
          <a:xfrm>
            <a:off x="12401550" y="2171700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PoE Zigbee：中央开放高位，1根Cat6A回衣帽间</a:t>
            </a:r>
          </a:p>
        </p:txBody>
      </p:sp>
      <p:sp>
        <p:nvSpPr>
          <p:cNvPr id="67" name="legend-marker-3-D1">
            <a:extLst>
              <a:ext uri="{FF2B5EF4-FFF2-40B4-BE49-F238E27FC236}">
                <a16:creationId xmlns:a16="http://schemas.microsoft.com/office/drawing/2014/main" id="{10EAEE3B-BC0D-4E71-9CC3-C0D71EC4A7DD}"/>
              </a:ext>
            </a:extLst>
          </p:cNvPr>
          <p:cNvSpPr>
            <a:spLocks noGrp="1"/>
          </p:cNvSpPr>
          <p:nvPr/>
        </p:nvSpPr>
        <p:spPr>
          <a:xfrm>
            <a:off x="11906250" y="2505075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legend-marker-3-D1-编号文字">
            <a:extLst>
              <a:ext uri="{FF2B5EF4-FFF2-40B4-BE49-F238E27FC236}">
                <a16:creationId xmlns:a16="http://schemas.microsoft.com/office/drawing/2014/main" id="{8B9E7A84-2D99-4AAC-8BED-581E0621FBAE}"/>
              </a:ext>
            </a:extLst>
          </p:cNvPr>
          <p:cNvSpPr>
            <a:spLocks noGrp="1"/>
          </p:cNvSpPr>
          <p:nvPr/>
        </p:nvSpPr>
        <p:spPr>
          <a:xfrm>
            <a:off x="11763375" y="25050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69" name="legend-text-3-D1">
            <a:extLst>
              <a:ext uri="{FF2B5EF4-FFF2-40B4-BE49-F238E27FC236}">
                <a16:creationId xmlns:a16="http://schemas.microsoft.com/office/drawing/2014/main" id="{0543E652-BF1E-46A9-8081-685391F7169C}"/>
              </a:ext>
            </a:extLst>
          </p:cNvPr>
          <p:cNvSpPr>
            <a:spLocks noGrp="1"/>
          </p:cNvSpPr>
          <p:nvPr/>
        </p:nvSpPr>
        <p:spPr>
          <a:xfrm>
            <a:off x="12401550" y="2505075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书房双口面板，2根Cat6A；3090主位</a:t>
            </a:r>
          </a:p>
        </p:txBody>
      </p:sp>
      <p:sp>
        <p:nvSpPr>
          <p:cNvPr id="70" name="legend-marker-4-D2">
            <a:extLst>
              <a:ext uri="{FF2B5EF4-FFF2-40B4-BE49-F238E27FC236}">
                <a16:creationId xmlns:a16="http://schemas.microsoft.com/office/drawing/2014/main" id="{B67AB839-5657-45D2-953F-49E62C93D68F}"/>
              </a:ext>
            </a:extLst>
          </p:cNvPr>
          <p:cNvSpPr>
            <a:spLocks noGrp="1"/>
          </p:cNvSpPr>
          <p:nvPr/>
        </p:nvSpPr>
        <p:spPr>
          <a:xfrm>
            <a:off x="11906250" y="2838450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legend-marker-4-D2-编号文字">
            <a:extLst>
              <a:ext uri="{FF2B5EF4-FFF2-40B4-BE49-F238E27FC236}">
                <a16:creationId xmlns:a16="http://schemas.microsoft.com/office/drawing/2014/main" id="{CA690D26-AE40-4ACE-B44D-F6692D996C92}"/>
              </a:ext>
            </a:extLst>
          </p:cNvPr>
          <p:cNvSpPr>
            <a:spLocks noGrp="1"/>
          </p:cNvSpPr>
          <p:nvPr/>
        </p:nvSpPr>
        <p:spPr>
          <a:xfrm>
            <a:off x="11763375" y="28384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72" name="legend-text-4-D2">
            <a:extLst>
              <a:ext uri="{FF2B5EF4-FFF2-40B4-BE49-F238E27FC236}">
                <a16:creationId xmlns:a16="http://schemas.microsoft.com/office/drawing/2014/main" id="{37CBFBB8-E65F-4A0A-B81F-556898774A6A}"/>
              </a:ext>
            </a:extLst>
          </p:cNvPr>
          <p:cNvSpPr>
            <a:spLocks noGrp="1"/>
          </p:cNvSpPr>
          <p:nvPr/>
        </p:nvSpPr>
        <p:spPr>
          <a:xfrm>
            <a:off x="12401550" y="2838450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次卧双口面板，2根Cat6A + 桌面插座组</a:t>
            </a:r>
          </a:p>
        </p:txBody>
      </p:sp>
      <p:sp>
        <p:nvSpPr>
          <p:cNvPr id="73" name="legend-marker-5-D3">
            <a:extLst>
              <a:ext uri="{FF2B5EF4-FFF2-40B4-BE49-F238E27FC236}">
                <a16:creationId xmlns:a16="http://schemas.microsoft.com/office/drawing/2014/main" id="{5C4B0311-7206-41BF-972E-412C883F81B5}"/>
              </a:ext>
            </a:extLst>
          </p:cNvPr>
          <p:cNvSpPr>
            <a:spLocks noGrp="1"/>
          </p:cNvSpPr>
          <p:nvPr/>
        </p:nvSpPr>
        <p:spPr>
          <a:xfrm>
            <a:off x="11906250" y="3171825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egend-marker-5-D3-编号文字">
            <a:extLst>
              <a:ext uri="{FF2B5EF4-FFF2-40B4-BE49-F238E27FC236}">
                <a16:creationId xmlns:a16="http://schemas.microsoft.com/office/drawing/2014/main" id="{BAF0AA00-3D54-4D7D-8A8A-477BDD7581DA}"/>
              </a:ext>
            </a:extLst>
          </p:cNvPr>
          <p:cNvSpPr>
            <a:spLocks noGrp="1"/>
          </p:cNvSpPr>
          <p:nvPr/>
        </p:nvSpPr>
        <p:spPr>
          <a:xfrm>
            <a:off x="11763375" y="3171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75" name="legend-text-5-D3">
            <a:extLst>
              <a:ext uri="{FF2B5EF4-FFF2-40B4-BE49-F238E27FC236}">
                <a16:creationId xmlns:a16="http://schemas.microsoft.com/office/drawing/2014/main" id="{D5A34CED-E77B-41CF-A433-0E83DCC7B08C}"/>
              </a:ext>
            </a:extLst>
          </p:cNvPr>
          <p:cNvSpPr>
            <a:spLocks noGrp="1"/>
          </p:cNvSpPr>
          <p:nvPr/>
        </p:nvSpPr>
        <p:spPr>
          <a:xfrm>
            <a:off x="12401550" y="3171825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主卧阳台1根Cat6A + 桌面插座组</a:t>
            </a:r>
          </a:p>
        </p:txBody>
      </p:sp>
      <p:sp>
        <p:nvSpPr>
          <p:cNvPr id="76" name="legend-marker-6-AV">
            <a:extLst>
              <a:ext uri="{FF2B5EF4-FFF2-40B4-BE49-F238E27FC236}">
                <a16:creationId xmlns:a16="http://schemas.microsoft.com/office/drawing/2014/main" id="{4ECC139D-CFB2-4546-A045-FE437196AA23}"/>
              </a:ext>
            </a:extLst>
          </p:cNvPr>
          <p:cNvSpPr>
            <a:spLocks noGrp="1"/>
          </p:cNvSpPr>
          <p:nvPr/>
        </p:nvSpPr>
        <p:spPr>
          <a:xfrm>
            <a:off x="11906250" y="3505200"/>
            <a:ext cx="285750" cy="285750"/>
          </a:xfrm>
          <a:prstGeom prst="ellipse">
            <a:avLst/>
          </a:prstGeom>
          <a:solidFill>
            <a:srgbClr val="1769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legend-marker-6-AV-编号文字">
            <a:extLst>
              <a:ext uri="{FF2B5EF4-FFF2-40B4-BE49-F238E27FC236}">
                <a16:creationId xmlns:a16="http://schemas.microsoft.com/office/drawing/2014/main" id="{733C3184-A8C6-479C-8F6D-B23E56AE9FB3}"/>
              </a:ext>
            </a:extLst>
          </p:cNvPr>
          <p:cNvSpPr>
            <a:spLocks noGrp="1"/>
          </p:cNvSpPr>
          <p:nvPr/>
        </p:nvSpPr>
        <p:spPr>
          <a:xfrm>
            <a:off x="11763375" y="3505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AV</a:t>
            </a:r>
          </a:p>
        </p:txBody>
      </p:sp>
      <p:sp>
        <p:nvSpPr>
          <p:cNvPr id="78" name="legend-text-6-AV">
            <a:extLst>
              <a:ext uri="{FF2B5EF4-FFF2-40B4-BE49-F238E27FC236}">
                <a16:creationId xmlns:a16="http://schemas.microsoft.com/office/drawing/2014/main" id="{DBE6242B-52A2-461B-810F-B20D9C80AECA}"/>
              </a:ext>
            </a:extLst>
          </p:cNvPr>
          <p:cNvSpPr>
            <a:spLocks noGrp="1"/>
          </p:cNvSpPr>
          <p:nvPr/>
        </p:nvSpPr>
        <p:spPr>
          <a:xfrm>
            <a:off x="12401550" y="3505200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影音柜：1根Cat6A、多位插座、可抽换管</a:t>
            </a:r>
          </a:p>
        </p:txBody>
      </p:sp>
      <p:sp>
        <p:nvSpPr>
          <p:cNvPr id="79" name="legend-marker-7-PJ">
            <a:extLst>
              <a:ext uri="{FF2B5EF4-FFF2-40B4-BE49-F238E27FC236}">
                <a16:creationId xmlns:a16="http://schemas.microsoft.com/office/drawing/2014/main" id="{77DDCEAF-211C-4059-8FB9-A1EB66BEA3A6}"/>
              </a:ext>
            </a:extLst>
          </p:cNvPr>
          <p:cNvSpPr>
            <a:spLocks noGrp="1"/>
          </p:cNvSpPr>
          <p:nvPr/>
        </p:nvSpPr>
        <p:spPr>
          <a:xfrm>
            <a:off x="11906250" y="3838575"/>
            <a:ext cx="285750" cy="2857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legend-marker-7-PJ-编号文字">
            <a:extLst>
              <a:ext uri="{FF2B5EF4-FFF2-40B4-BE49-F238E27FC236}">
                <a16:creationId xmlns:a16="http://schemas.microsoft.com/office/drawing/2014/main" id="{D02A6FDC-69AE-4533-AB8E-9E244886F3F5}"/>
              </a:ext>
            </a:extLst>
          </p:cNvPr>
          <p:cNvSpPr>
            <a:spLocks noGrp="1"/>
          </p:cNvSpPr>
          <p:nvPr/>
        </p:nvSpPr>
        <p:spPr>
          <a:xfrm>
            <a:off x="11763375" y="38385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81" name="legend-text-7-PJ">
            <a:extLst>
              <a:ext uri="{FF2B5EF4-FFF2-40B4-BE49-F238E27FC236}">
                <a16:creationId xmlns:a16="http://schemas.microsoft.com/office/drawing/2014/main" id="{A201D2FC-04EB-44A9-8CDA-0CDC17754DDD}"/>
              </a:ext>
            </a:extLst>
          </p:cNvPr>
          <p:cNvSpPr>
            <a:spLocks noGrp="1"/>
          </p:cNvSpPr>
          <p:nvPr/>
        </p:nvSpPr>
        <p:spPr>
          <a:xfrm>
            <a:off x="12401550" y="3838575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短焦投影在影音位；幕布盒留220V</a:t>
            </a:r>
          </a:p>
        </p:txBody>
      </p:sp>
      <p:sp>
        <p:nvSpPr>
          <p:cNvPr id="82" name="legend-marker-8-485">
            <a:extLst>
              <a:ext uri="{FF2B5EF4-FFF2-40B4-BE49-F238E27FC236}">
                <a16:creationId xmlns:a16="http://schemas.microsoft.com/office/drawing/2014/main" id="{53C7A776-C5CF-4D8D-AF35-1BD513405637}"/>
              </a:ext>
            </a:extLst>
          </p:cNvPr>
          <p:cNvSpPr>
            <a:spLocks noGrp="1"/>
          </p:cNvSpPr>
          <p:nvPr/>
        </p:nvSpPr>
        <p:spPr>
          <a:xfrm>
            <a:off x="11906250" y="4171950"/>
            <a:ext cx="285750" cy="285750"/>
          </a:xfrm>
          <a:prstGeom prst="ellipse">
            <a:avLst/>
          </a:prstGeom>
          <a:solidFill>
            <a:srgbClr val="7351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legend-marker-8-485-编号文字">
            <a:extLst>
              <a:ext uri="{FF2B5EF4-FFF2-40B4-BE49-F238E27FC236}">
                <a16:creationId xmlns:a16="http://schemas.microsoft.com/office/drawing/2014/main" id="{029FED2E-42FB-47D6-888B-A3466F6D21AB}"/>
              </a:ext>
            </a:extLst>
          </p:cNvPr>
          <p:cNvSpPr>
            <a:spLocks noGrp="1"/>
          </p:cNvSpPr>
          <p:nvPr/>
        </p:nvSpPr>
        <p:spPr>
          <a:xfrm>
            <a:off x="11763375" y="41719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485</a:t>
            </a:r>
          </a:p>
        </p:txBody>
      </p:sp>
      <p:sp>
        <p:nvSpPr>
          <p:cNvPr id="84" name="legend-text-8-485">
            <a:extLst>
              <a:ext uri="{FF2B5EF4-FFF2-40B4-BE49-F238E27FC236}">
                <a16:creationId xmlns:a16="http://schemas.microsoft.com/office/drawing/2014/main" id="{777712F4-AE9A-4E4D-87EB-79C760E239BD}"/>
              </a:ext>
            </a:extLst>
          </p:cNvPr>
          <p:cNvSpPr>
            <a:spLocks noGrp="1"/>
          </p:cNvSpPr>
          <p:nvPr/>
        </p:nvSpPr>
        <p:spPr>
          <a:xfrm>
            <a:off x="12401550" y="4171950"/>
            <a:ext cx="4343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日立与加湿独立管线回衣帽间；图中只标两端</a:t>
            </a:r>
          </a:p>
        </p:txBody>
      </p:sp>
      <p:sp>
        <p:nvSpPr>
          <p:cNvPr id="85" name="legend-marker-9-B1">
            <a:extLst>
              <a:ext uri="{FF2B5EF4-FFF2-40B4-BE49-F238E27FC236}">
                <a16:creationId xmlns:a16="http://schemas.microsoft.com/office/drawing/2014/main" id="{8F922EEB-62C0-4B1E-849B-09EBEBBD1C6F}"/>
              </a:ext>
            </a:extLst>
          </p:cNvPr>
          <p:cNvSpPr>
            <a:spLocks noGrp="1"/>
          </p:cNvSpPr>
          <p:nvPr/>
        </p:nvSpPr>
        <p:spPr>
          <a:xfrm>
            <a:off x="11906250" y="4552950"/>
            <a:ext cx="285750" cy="2857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legend-marker-9-B1-编号文字">
            <a:extLst>
              <a:ext uri="{FF2B5EF4-FFF2-40B4-BE49-F238E27FC236}">
                <a16:creationId xmlns:a16="http://schemas.microsoft.com/office/drawing/2014/main" id="{352F5301-FDBF-420F-BDBC-1A2743E54683}"/>
              </a:ext>
            </a:extLst>
          </p:cNvPr>
          <p:cNvSpPr>
            <a:spLocks noGrp="1"/>
          </p:cNvSpPr>
          <p:nvPr/>
        </p:nvSpPr>
        <p:spPr>
          <a:xfrm>
            <a:off x="11763375" y="45529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87" name="legend-text-9-B1">
            <a:extLst>
              <a:ext uri="{FF2B5EF4-FFF2-40B4-BE49-F238E27FC236}">
                <a16:creationId xmlns:a16="http://schemas.microsoft.com/office/drawing/2014/main" id="{9C56599D-0CA8-49D1-81E7-B9E9FBA0DE6D}"/>
              </a:ext>
            </a:extLst>
          </p:cNvPr>
          <p:cNvSpPr>
            <a:spLocks noGrp="1"/>
          </p:cNvSpPr>
          <p:nvPr/>
        </p:nvSpPr>
        <p:spPr>
          <a:xfrm>
            <a:off x="12401550" y="455295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次卫4插座：B1洗烘，B2湿区马桶上方壁挂洗衣机，B3扫地机，B4吹风机</a:t>
            </a:r>
          </a:p>
        </p:txBody>
      </p:sp>
      <p:sp>
        <p:nvSpPr>
          <p:cNvPr id="88" name="legend-marker-10-W2">
            <a:extLst>
              <a:ext uri="{FF2B5EF4-FFF2-40B4-BE49-F238E27FC236}">
                <a16:creationId xmlns:a16="http://schemas.microsoft.com/office/drawing/2014/main" id="{36B53247-7EF4-4AF0-9D0B-09658555CB11}"/>
              </a:ext>
            </a:extLst>
          </p:cNvPr>
          <p:cNvSpPr>
            <a:spLocks noGrp="1"/>
          </p:cNvSpPr>
          <p:nvPr/>
        </p:nvSpPr>
        <p:spPr>
          <a:xfrm>
            <a:off x="11906250" y="5076825"/>
            <a:ext cx="285750" cy="285750"/>
          </a:xfrm>
          <a:prstGeom prst="ellipse">
            <a:avLst/>
          </a:prstGeom>
          <a:solidFill>
            <a:srgbClr val="C735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legend-marker-10-W2-编号文字">
            <a:extLst>
              <a:ext uri="{FF2B5EF4-FFF2-40B4-BE49-F238E27FC236}">
                <a16:creationId xmlns:a16="http://schemas.microsoft.com/office/drawing/2014/main" id="{FE972D2B-E03C-4667-BF33-CCF142B86C46}"/>
              </a:ext>
            </a:extLst>
          </p:cNvPr>
          <p:cNvSpPr>
            <a:spLocks noGrp="1"/>
          </p:cNvSpPr>
          <p:nvPr/>
        </p:nvSpPr>
        <p:spPr>
          <a:xfrm>
            <a:off x="11763375" y="5076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90" name="legend-text-10-W2">
            <a:extLst>
              <a:ext uri="{FF2B5EF4-FFF2-40B4-BE49-F238E27FC236}">
                <a16:creationId xmlns:a16="http://schemas.microsoft.com/office/drawing/2014/main" id="{347C4A64-33FE-4648-ABDB-775404364012}"/>
              </a:ext>
            </a:extLst>
          </p:cNvPr>
          <p:cNvSpPr>
            <a:spLocks noGrp="1"/>
          </p:cNvSpPr>
          <p:nvPr/>
        </p:nvSpPr>
        <p:spPr>
          <a:xfrm>
            <a:off x="12401550" y="5076825"/>
            <a:ext cx="4343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厨下/总水阀：可检修插座、阀门空间、水浸落点</a:t>
            </a:r>
          </a:p>
        </p:txBody>
      </p:sp>
      <p:sp>
        <p:nvSpPr>
          <p:cNvPr id="91" name="legend-marker-11-C1">
            <a:extLst>
              <a:ext uri="{FF2B5EF4-FFF2-40B4-BE49-F238E27FC236}">
                <a16:creationId xmlns:a16="http://schemas.microsoft.com/office/drawing/2014/main" id="{6CF9CAB2-0F9A-4A6A-9647-748A2930C665}"/>
              </a:ext>
            </a:extLst>
          </p:cNvPr>
          <p:cNvSpPr>
            <a:spLocks noGrp="1"/>
          </p:cNvSpPr>
          <p:nvPr/>
        </p:nvSpPr>
        <p:spPr>
          <a:xfrm>
            <a:off x="11906250" y="5457825"/>
            <a:ext cx="285750" cy="285750"/>
          </a:xfrm>
          <a:prstGeom prst="ellipse">
            <a:avLst/>
          </a:prstGeom>
          <a:solidFill>
            <a:srgbClr val="1684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legend-marker-11-C1-编号文字">
            <a:extLst>
              <a:ext uri="{FF2B5EF4-FFF2-40B4-BE49-F238E27FC236}">
                <a16:creationId xmlns:a16="http://schemas.microsoft.com/office/drawing/2014/main" id="{F4B6966A-96FA-45F8-9AE8-86478299EA05}"/>
              </a:ext>
            </a:extLst>
          </p:cNvPr>
          <p:cNvSpPr>
            <a:spLocks noGrp="1"/>
          </p:cNvSpPr>
          <p:nvPr/>
        </p:nvSpPr>
        <p:spPr>
          <a:xfrm>
            <a:off x="11763375" y="5457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93" name="legend-text-11-C1">
            <a:extLst>
              <a:ext uri="{FF2B5EF4-FFF2-40B4-BE49-F238E27FC236}">
                <a16:creationId xmlns:a16="http://schemas.microsoft.com/office/drawing/2014/main" id="{B8A5B72E-B1AF-4F69-892C-42B6F9B205D8}"/>
              </a:ext>
            </a:extLst>
          </p:cNvPr>
          <p:cNvSpPr>
            <a:spLocks noGrp="1"/>
          </p:cNvSpPr>
          <p:nvPr/>
        </p:nvSpPr>
        <p:spPr>
          <a:xfrm>
            <a:off x="12401550" y="5457825"/>
            <a:ext cx="4343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C1书房、C2次卧、C3主卧阳台、C4客厅阳台窗帘电源</a:t>
            </a:r>
          </a:p>
        </p:txBody>
      </p:sp>
      <p:sp>
        <p:nvSpPr>
          <p:cNvPr id="94" name="legend-marker-12-P1">
            <a:extLst>
              <a:ext uri="{FF2B5EF4-FFF2-40B4-BE49-F238E27FC236}">
                <a16:creationId xmlns:a16="http://schemas.microsoft.com/office/drawing/2014/main" id="{DB512BA2-CFC9-45DC-B7F1-4EFA73FEFBF2}"/>
              </a:ext>
            </a:extLst>
          </p:cNvPr>
          <p:cNvSpPr>
            <a:spLocks noGrp="1"/>
          </p:cNvSpPr>
          <p:nvPr/>
        </p:nvSpPr>
        <p:spPr>
          <a:xfrm>
            <a:off x="11906250" y="5886450"/>
            <a:ext cx="285750" cy="2857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legend-marker-12-P1-编号文字">
            <a:extLst>
              <a:ext uri="{FF2B5EF4-FFF2-40B4-BE49-F238E27FC236}">
                <a16:creationId xmlns:a16="http://schemas.microsoft.com/office/drawing/2014/main" id="{2D233923-8D09-4F24-8B4D-14F9DAF3FC71}"/>
              </a:ext>
            </a:extLst>
          </p:cNvPr>
          <p:cNvSpPr>
            <a:spLocks noGrp="1"/>
          </p:cNvSpPr>
          <p:nvPr/>
        </p:nvSpPr>
        <p:spPr>
          <a:xfrm>
            <a:off x="11763375" y="58864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96" name="legend-text-12-P1">
            <a:extLst>
              <a:ext uri="{FF2B5EF4-FFF2-40B4-BE49-F238E27FC236}">
                <a16:creationId xmlns:a16="http://schemas.microsoft.com/office/drawing/2014/main" id="{81C26E21-4C02-4754-8931-D32B80C5D277}"/>
              </a:ext>
            </a:extLst>
          </p:cNvPr>
          <p:cNvSpPr>
            <a:spLocks noGrp="1"/>
          </p:cNvSpPr>
          <p:nvPr/>
        </p:nvSpPr>
        <p:spPr>
          <a:xfrm>
            <a:off x="12401550" y="5886450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过道靠次卧墙面：新增1个普通带地插座</a:t>
            </a:r>
          </a:p>
        </p:txBody>
      </p:sp>
      <p:sp>
        <p:nvSpPr>
          <p:cNvPr id="97" name="legend-marker-13-P2">
            <a:extLst>
              <a:ext uri="{FF2B5EF4-FFF2-40B4-BE49-F238E27FC236}">
                <a16:creationId xmlns:a16="http://schemas.microsoft.com/office/drawing/2014/main" id="{230DDF73-8380-4D1B-AE58-C2793DF49CA6}"/>
              </a:ext>
            </a:extLst>
          </p:cNvPr>
          <p:cNvSpPr>
            <a:spLocks noGrp="1"/>
          </p:cNvSpPr>
          <p:nvPr/>
        </p:nvSpPr>
        <p:spPr>
          <a:xfrm>
            <a:off x="11906250" y="6219825"/>
            <a:ext cx="285750" cy="2857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legend-marker-13-P2-编号文字">
            <a:extLst>
              <a:ext uri="{FF2B5EF4-FFF2-40B4-BE49-F238E27FC236}">
                <a16:creationId xmlns:a16="http://schemas.microsoft.com/office/drawing/2014/main" id="{E0CA9BA7-8EF2-4C51-AE16-71848290FF51}"/>
              </a:ext>
            </a:extLst>
          </p:cNvPr>
          <p:cNvSpPr>
            <a:spLocks noGrp="1"/>
          </p:cNvSpPr>
          <p:nvPr/>
        </p:nvSpPr>
        <p:spPr>
          <a:xfrm>
            <a:off x="11763375" y="621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9" name="legend-text-13-P2">
            <a:extLst>
              <a:ext uri="{FF2B5EF4-FFF2-40B4-BE49-F238E27FC236}">
                <a16:creationId xmlns:a16="http://schemas.microsoft.com/office/drawing/2014/main" id="{B09E4D24-8B5E-40D9-A7D5-F67B5B5B739F}"/>
              </a:ext>
            </a:extLst>
          </p:cNvPr>
          <p:cNvSpPr>
            <a:spLocks noGrp="1"/>
          </p:cNvSpPr>
          <p:nvPr/>
        </p:nvSpPr>
        <p:spPr>
          <a:xfrm>
            <a:off x="12401550" y="6219825"/>
            <a:ext cx="4343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主卧阳台靠C3：2个地插类/低位带地插座</a:t>
            </a:r>
          </a:p>
        </p:txBody>
      </p:sp>
      <p:sp>
        <p:nvSpPr>
          <p:cNvPr id="100" name="legend-marker-14-P3">
            <a:extLst>
              <a:ext uri="{FF2B5EF4-FFF2-40B4-BE49-F238E27FC236}">
                <a16:creationId xmlns:a16="http://schemas.microsoft.com/office/drawing/2014/main" id="{08F44180-2B29-4DB2-B774-5EB7FEDC025A}"/>
              </a:ext>
            </a:extLst>
          </p:cNvPr>
          <p:cNvSpPr>
            <a:spLocks noGrp="1"/>
          </p:cNvSpPr>
          <p:nvPr/>
        </p:nvSpPr>
        <p:spPr>
          <a:xfrm>
            <a:off x="11906250" y="6553200"/>
            <a:ext cx="285750" cy="285750"/>
          </a:xfrm>
          <a:prstGeom prst="ellipse">
            <a:avLst/>
          </a:prstGeom>
          <a:solidFill>
            <a:srgbClr val="E66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legend-marker-14-P3-编号文字">
            <a:extLst>
              <a:ext uri="{FF2B5EF4-FFF2-40B4-BE49-F238E27FC236}">
                <a16:creationId xmlns:a16="http://schemas.microsoft.com/office/drawing/2014/main" id="{6970013F-40B8-4358-9286-78C845774078}"/>
              </a:ext>
            </a:extLst>
          </p:cNvPr>
          <p:cNvSpPr>
            <a:spLocks noGrp="1"/>
          </p:cNvSpPr>
          <p:nvPr/>
        </p:nvSpPr>
        <p:spPr>
          <a:xfrm>
            <a:off x="11763375" y="6553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02" name="legend-text-14-P3">
            <a:extLst>
              <a:ext uri="{FF2B5EF4-FFF2-40B4-BE49-F238E27FC236}">
                <a16:creationId xmlns:a16="http://schemas.microsoft.com/office/drawing/2014/main" id="{91CFFC36-828F-4193-A5A5-8572F3201E73}"/>
              </a:ext>
            </a:extLst>
          </p:cNvPr>
          <p:cNvSpPr>
            <a:spLocks noGrp="1"/>
          </p:cNvSpPr>
          <p:nvPr/>
        </p:nvSpPr>
        <p:spPr>
          <a:xfrm>
            <a:off x="12401550" y="6553200"/>
            <a:ext cx="4343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衣帽间竖墙由2个改3个；水平墙原2个不变</a:t>
            </a:r>
          </a:p>
        </p:txBody>
      </p:sp>
      <p:sp>
        <p:nvSpPr>
          <p:cNvPr id="103" name="editable-footer">
            <a:extLst>
              <a:ext uri="{FF2B5EF4-FFF2-40B4-BE49-F238E27FC236}">
                <a16:creationId xmlns:a16="http://schemas.microsoft.com/office/drawing/2014/main" id="{C355D15B-4A77-457E-885A-D1ABBE569586}"/>
              </a:ext>
            </a:extLst>
          </p:cNvPr>
          <p:cNvSpPr>
            <a:spLocks noGrp="1"/>
          </p:cNvSpPr>
          <p:nvPr/>
        </p:nvSpPr>
        <p:spPr>
          <a:xfrm>
            <a:off x="11887200" y="7696200"/>
            <a:ext cx="47625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34B8C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34B8C"/>
                </a:solidFill>
              </a:defRPr>
            </a:pPr>
            <a:r>
              <a:rPr sz="1200" b="0">
                <a:solidFill>
                  <a:srgbClr val="B34B8C"/>
                </a:solidFill>
              </a:rPr>
              <a:t>衣帽间设备带详见第2页。所有插座高度、回路及柜体收口仍由设计师/电工复核。</a:t>
            </a:r>
          </a:p>
        </p:txBody>
      </p:sp>
      <p:sp>
        <p:nvSpPr>
          <p:cNvPr id="104" name="page-label">
            <a:extLst>
              <a:ext uri="{FF2B5EF4-FFF2-40B4-BE49-F238E27FC236}">
                <a16:creationId xmlns:a16="http://schemas.microsoft.com/office/drawing/2014/main" id="{9272E73F-5706-4F7A-85F2-378EBF77F0C3}"/>
              </a:ext>
            </a:extLst>
          </p:cNvPr>
          <p:cNvSpPr>
            <a:spLocks noGrp="1"/>
          </p:cNvSpPr>
          <p:nvPr/>
        </p:nvSpPr>
        <p:spPr>
          <a:xfrm>
            <a:off x="285750" y="8001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01 / 全屋点位</a:t>
            </a:r>
          </a:p>
        </p:txBody>
      </p:sp>
    </p:spTree>
    <p:extLst>
      <p:ext uri="{BB962C8B-B14F-4D97-AF65-F5344CB8AC3E}">
        <p14:creationId xmlns:p14="http://schemas.microsoft.com/office/powerpoint/2010/main" val="147871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-title">
            <a:extLst>
              <a:ext uri="{FF2B5EF4-FFF2-40B4-BE49-F238E27FC236}">
                <a16:creationId xmlns:a16="http://schemas.microsoft.com/office/drawing/2014/main" id="{8F13C0DD-A45F-4D2D-B647-9249DB8867BA}"/>
              </a:ext>
            </a:extLst>
          </p:cNvPr>
          <p:cNvSpPr>
            <a:spLocks noGrp="1"/>
          </p:cNvSpPr>
          <p:nvPr/>
        </p:nvSpPr>
        <p:spPr>
          <a:xfrm>
            <a:off x="571500" y="34290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衣帽间：设备带和四个独立插座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2F190D0-EC06-4741-9100-8A2BCE70B7FB}"/>
              </a:ext>
            </a:extLst>
          </p:cNvPr>
          <p:cNvSpPr>
            <a:spLocks noGrp="1"/>
          </p:cNvSpPr>
          <p:nvPr/>
        </p:nvSpPr>
        <p:spPr>
          <a:xfrm>
            <a:off x="590550" y="8953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按平面图约1800 × 1726；设备框、插座点和文字均可直接拖动编辑</a:t>
            </a:r>
          </a:p>
        </p:txBody>
      </p:sp>
      <p:sp>
        <p:nvSpPr>
          <p:cNvPr id="3" name="衣帽间净空间边框">
            <a:extLst>
              <a:ext uri="{FF2B5EF4-FFF2-40B4-BE49-F238E27FC236}">
                <a16:creationId xmlns:a16="http://schemas.microsoft.com/office/drawing/2014/main" id="{53AA31AD-2A4D-44B1-B582-9DE5EB0E9CD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8096250" cy="647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入口门扇示意">
            <a:extLst>
              <a:ext uri="{FF2B5EF4-FFF2-40B4-BE49-F238E27FC236}">
                <a16:creationId xmlns:a16="http://schemas.microsoft.com/office/drawing/2014/main" id="{79A354C9-E3B5-4145-A02B-35702B6CD3D8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333625" cy="266700"/>
          </a:xfrm>
          <a:prstGeom prst="line">
            <a:avLst/>
          </a:prstGeom>
          <a:noFill/>
          <a:ln w="1905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入口标签">
            <a:extLst>
              <a:ext uri="{FF2B5EF4-FFF2-40B4-BE49-F238E27FC236}">
                <a16:creationId xmlns:a16="http://schemas.microsoft.com/office/drawing/2014/main" id="{63EB6879-120F-4CAC-B8A1-4E7AC46275DE}"/>
              </a:ext>
            </a:extLst>
          </p:cNvPr>
          <p:cNvSpPr>
            <a:spLocks noGrp="1"/>
          </p:cNvSpPr>
          <p:nvPr/>
        </p:nvSpPr>
        <p:spPr>
          <a:xfrm>
            <a:off x="1047750" y="16954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入口</a:t>
            </a:r>
          </a:p>
        </p:txBody>
      </p:sp>
      <p:sp>
        <p:nvSpPr>
          <p:cNvPr id="6" name="落地机柜设备框">
            <a:extLst>
              <a:ext uri="{FF2B5EF4-FFF2-40B4-BE49-F238E27FC236}">
                <a16:creationId xmlns:a16="http://schemas.microsoft.com/office/drawing/2014/main" id="{B0E4D264-217B-42AC-9044-EE384EA49B4A}"/>
              </a:ext>
            </a:extLst>
          </p:cNvPr>
          <p:cNvSpPr>
            <a:spLocks noGrp="1"/>
          </p:cNvSpPr>
          <p:nvPr/>
        </p:nvSpPr>
        <p:spPr>
          <a:xfrm>
            <a:off x="5905500" y="1428750"/>
            <a:ext cx="2857500" cy="2428875"/>
          </a:xfrm>
          <a:prstGeom prst="rect">
            <a:avLst/>
          </a:prstGeom>
          <a:solidFill>
            <a:srgbClr val="F2E5EE"/>
          </a:solidFill>
          <a:ln w="28575">
            <a:solidFill>
              <a:srgbClr val="B34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落地机柜标题">
            <a:extLst>
              <a:ext uri="{FF2B5EF4-FFF2-40B4-BE49-F238E27FC236}">
                <a16:creationId xmlns:a16="http://schemas.microsoft.com/office/drawing/2014/main" id="{89F1BFA6-B781-45C3-9ED1-A3E849CD01AF}"/>
              </a:ext>
            </a:extLst>
          </p:cNvPr>
          <p:cNvSpPr>
            <a:spLocks noGrp="1"/>
          </p:cNvSpPr>
          <p:nvPr/>
        </p:nvSpPr>
        <p:spPr>
          <a:xfrm>
            <a:off x="6429375" y="18288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202124"/>
                </a:solidFill>
              </a:defRPr>
            </a:pPr>
            <a:r>
              <a:rPr sz="1950" b="1">
                <a:solidFill>
                  <a:srgbClr val="202124"/>
                </a:solidFill>
              </a:rPr>
              <a:t>落地机柜</a:t>
            </a:r>
          </a:p>
        </p:txBody>
      </p:sp>
      <p:sp>
        <p:nvSpPr>
          <p:cNvPr id="8" name="落地机柜尺寸">
            <a:extLst>
              <a:ext uri="{FF2B5EF4-FFF2-40B4-BE49-F238E27FC236}">
                <a16:creationId xmlns:a16="http://schemas.microsoft.com/office/drawing/2014/main" id="{9E3B66DB-5B73-450A-9487-7006A880575B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预留约650 × 650</a:t>
            </a:r>
          </a:p>
        </p:txBody>
      </p:sp>
      <p:sp>
        <p:nvSpPr>
          <p:cNvPr id="9" name="S1A标签">
            <a:extLst>
              <a:ext uri="{FF2B5EF4-FFF2-40B4-BE49-F238E27FC236}">
                <a16:creationId xmlns:a16="http://schemas.microsoft.com/office/drawing/2014/main" id="{38E0CF7B-CA71-47B5-B7E3-FCFBA9E34ECB}"/>
              </a:ext>
            </a:extLst>
          </p:cNvPr>
          <p:cNvSpPr>
            <a:spLocks noGrp="1"/>
          </p:cNvSpPr>
          <p:nvPr/>
        </p:nvSpPr>
        <p:spPr>
          <a:xfrm>
            <a:off x="6143625" y="26670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E66A1F"/>
                </a:solidFill>
              </a:defRPr>
            </a:pPr>
            <a:r>
              <a:rPr sz="1500" b="1">
                <a:solidFill>
                  <a:srgbClr val="E66A1F"/>
                </a:solidFill>
              </a:rPr>
              <a:t>S1A 机柜 / UPS输入</a:t>
            </a:r>
          </a:p>
        </p:txBody>
      </p:sp>
      <p:sp>
        <p:nvSpPr>
          <p:cNvPr id="10" name="机柜弱电说明">
            <a:extLst>
              <a:ext uri="{FF2B5EF4-FFF2-40B4-BE49-F238E27FC236}">
                <a16:creationId xmlns:a16="http://schemas.microsoft.com/office/drawing/2014/main" id="{5B6996EA-0A2C-45DF-BC6A-6FE4BB5408DE}"/>
              </a:ext>
            </a:extLst>
          </p:cNvPr>
          <p:cNvSpPr>
            <a:spLocks noGrp="1"/>
          </p:cNvSpPr>
          <p:nvPr/>
        </p:nvSpPr>
        <p:spPr>
          <a:xfrm>
            <a:off x="6238875" y="30480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1769C2"/>
                </a:solidFill>
              </a:defRPr>
            </a:pPr>
            <a:r>
              <a:rPr sz="1275" b="0">
                <a:solidFill>
                  <a:srgbClr val="1769C2"/>
                </a:solidFill>
              </a:rPr>
              <a:t>光纤、Cat6A、RS-485</a:t>
            </a:r>
          </a:p>
          <a:p>
            <a:pPr algn="ctr">
              <a:defRPr sz="1275" b="0">
                <a:solidFill>
                  <a:srgbClr val="1769C2"/>
                </a:solidFill>
              </a:defRPr>
            </a:pPr>
            <a:r>
              <a:rPr sz="1275" b="0">
                <a:solidFill>
                  <a:srgbClr val="1769C2"/>
                </a:solidFill>
              </a:rPr>
              <a:t>集中到配线架</a:t>
            </a:r>
          </a:p>
        </p:txBody>
      </p:sp>
      <p:sp>
        <p:nvSpPr>
          <p:cNvPr id="11" name="P2S独立台设备框">
            <a:extLst>
              <a:ext uri="{FF2B5EF4-FFF2-40B4-BE49-F238E27FC236}">
                <a16:creationId xmlns:a16="http://schemas.microsoft.com/office/drawing/2014/main" id="{0A35FC5B-2C4B-4E95-B613-A0114011ACF5}"/>
              </a:ext>
            </a:extLst>
          </p:cNvPr>
          <p:cNvSpPr>
            <a:spLocks noGrp="1"/>
          </p:cNvSpPr>
          <p:nvPr/>
        </p:nvSpPr>
        <p:spPr>
          <a:xfrm>
            <a:off x="5905500" y="4000500"/>
            <a:ext cx="2857500" cy="2857500"/>
          </a:xfrm>
          <a:prstGeom prst="rect">
            <a:avLst/>
          </a:prstGeom>
          <a:solidFill>
            <a:srgbClr val="FAE9DC"/>
          </a:solidFill>
          <a:ln w="28575">
            <a:solidFill>
              <a:srgbClr val="E66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2S标题">
            <a:extLst>
              <a:ext uri="{FF2B5EF4-FFF2-40B4-BE49-F238E27FC236}">
                <a16:creationId xmlns:a16="http://schemas.microsoft.com/office/drawing/2014/main" id="{CFC08206-C71B-489F-87D9-0AD8EF50E12B}"/>
              </a:ext>
            </a:extLst>
          </p:cNvPr>
          <p:cNvSpPr>
            <a:spLocks noGrp="1"/>
          </p:cNvSpPr>
          <p:nvPr/>
        </p:nvSpPr>
        <p:spPr>
          <a:xfrm>
            <a:off x="6334125" y="44005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202124"/>
                </a:solidFill>
              </a:defRPr>
            </a:pPr>
            <a:r>
              <a:rPr sz="1950" b="1">
                <a:solidFill>
                  <a:srgbClr val="202124"/>
                </a:solidFill>
              </a:rPr>
              <a:t>P2S 独立台</a:t>
            </a:r>
          </a:p>
        </p:txBody>
      </p:sp>
      <p:sp>
        <p:nvSpPr>
          <p:cNvPr id="13" name="P2S台面">
            <a:extLst>
              <a:ext uri="{FF2B5EF4-FFF2-40B4-BE49-F238E27FC236}">
                <a16:creationId xmlns:a16="http://schemas.microsoft.com/office/drawing/2014/main" id="{9DE6E6AF-C758-4BF4-8A99-46600F74E640}"/>
              </a:ext>
            </a:extLst>
          </p:cNvPr>
          <p:cNvSpPr>
            <a:spLocks noGrp="1"/>
          </p:cNvSpPr>
          <p:nvPr/>
        </p:nvSpPr>
        <p:spPr>
          <a:xfrm>
            <a:off x="6172200" y="48387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台面建议 ≥650 × 650</a:t>
            </a:r>
          </a:p>
        </p:txBody>
      </p:sp>
      <p:sp>
        <p:nvSpPr>
          <p:cNvPr id="14" name="S1B标签">
            <a:extLst>
              <a:ext uri="{FF2B5EF4-FFF2-40B4-BE49-F238E27FC236}">
                <a16:creationId xmlns:a16="http://schemas.microsoft.com/office/drawing/2014/main" id="{144E9E98-06C3-40C5-A0CE-03E7C5106178}"/>
              </a:ext>
            </a:extLst>
          </p:cNvPr>
          <p:cNvSpPr>
            <a:spLocks noGrp="1"/>
          </p:cNvSpPr>
          <p:nvPr/>
        </p:nvSpPr>
        <p:spPr>
          <a:xfrm>
            <a:off x="6143625" y="53054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E66A1F"/>
                </a:solidFill>
              </a:defRPr>
            </a:pPr>
            <a:r>
              <a:rPr sz="1500" b="1">
                <a:solidFill>
                  <a:srgbClr val="E66A1F"/>
                </a:solidFill>
              </a:rPr>
              <a:t>S1B 独立带地插座</a:t>
            </a:r>
          </a:p>
        </p:txBody>
      </p:sp>
      <p:sp>
        <p:nvSpPr>
          <p:cNvPr id="15" name="P2S约束">
            <a:extLst>
              <a:ext uri="{FF2B5EF4-FFF2-40B4-BE49-F238E27FC236}">
                <a16:creationId xmlns:a16="http://schemas.microsoft.com/office/drawing/2014/main" id="{27F00551-0A2E-41A4-8571-FEFD844C29D6}"/>
              </a:ext>
            </a:extLst>
          </p:cNvPr>
          <p:cNvSpPr>
            <a:spLocks noGrp="1"/>
          </p:cNvSpPr>
          <p:nvPr/>
        </p:nvSpPr>
        <p:spPr>
          <a:xfrm>
            <a:off x="6229350" y="5695950"/>
            <a:ext cx="2209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不接机柜UPS/PDU</a:t>
            </a:r>
          </a:p>
          <a:p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不单留墙面网口</a:t>
            </a:r>
          </a:p>
          <a:p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前方留开门/维护空间</a:t>
            </a:r>
          </a:p>
        </p:txBody>
      </p:sp>
      <p:sp>
        <p:nvSpPr>
          <p:cNvPr id="16" name="保留衣柜范围">
            <a:extLst>
              <a:ext uri="{FF2B5EF4-FFF2-40B4-BE49-F238E27FC236}">
                <a16:creationId xmlns:a16="http://schemas.microsoft.com/office/drawing/2014/main" id="{61809B59-DE91-429B-A0E8-C23D11DF5296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4953000" cy="2143125"/>
          </a:xfrm>
          <a:prstGeom prst="rect">
            <a:avLst/>
          </a:prstGeom>
          <a:solidFill>
            <a:srgbClr val="E8EAED"/>
          </a:solidFill>
          <a:ln w="1905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保留衣柜标题">
            <a:extLst>
              <a:ext uri="{FF2B5EF4-FFF2-40B4-BE49-F238E27FC236}">
                <a16:creationId xmlns:a16="http://schemas.microsoft.com/office/drawing/2014/main" id="{9AAA04A1-BBA7-4845-9327-328FDE5612D9}"/>
              </a:ext>
            </a:extLst>
          </p:cNvPr>
          <p:cNvSpPr>
            <a:spLocks noGrp="1"/>
          </p:cNvSpPr>
          <p:nvPr/>
        </p:nvSpPr>
        <p:spPr>
          <a:xfrm>
            <a:off x="2047875" y="652462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</a:rPr>
              <a:t>保留衣柜</a:t>
            </a:r>
          </a:p>
        </p:txBody>
      </p:sp>
      <p:sp>
        <p:nvSpPr>
          <p:cNvPr id="18" name="衣柜冲突说明">
            <a:extLst>
              <a:ext uri="{FF2B5EF4-FFF2-40B4-BE49-F238E27FC236}">
                <a16:creationId xmlns:a16="http://schemas.microsoft.com/office/drawing/2014/main" id="{66B338A5-964B-4ACD-B129-578552199426}"/>
              </a:ext>
            </a:extLst>
          </p:cNvPr>
          <p:cNvSpPr>
            <a:spLocks noGrp="1"/>
          </p:cNvSpPr>
          <p:nvPr/>
        </p:nvSpPr>
        <p:spPr>
          <a:xfrm>
            <a:off x="1524000" y="700087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右侧整排及右下角冲突柜体取消</a:t>
            </a:r>
          </a:p>
        </p:txBody>
      </p:sp>
      <p:sp>
        <p:nvSpPr>
          <p:cNvPr id="19" name="S1C-吸尘器充电插座">
            <a:extLst>
              <a:ext uri="{FF2B5EF4-FFF2-40B4-BE49-F238E27FC236}">
                <a16:creationId xmlns:a16="http://schemas.microsoft.com/office/drawing/2014/main" id="{90442633-5852-44C1-9CFF-1005FA120573}"/>
              </a:ext>
            </a:extLst>
          </p:cNvPr>
          <p:cNvSpPr>
            <a:spLocks noGrp="1"/>
          </p:cNvSpPr>
          <p:nvPr/>
        </p:nvSpPr>
        <p:spPr>
          <a:xfrm>
            <a:off x="1323975" y="4800600"/>
            <a:ext cx="209550" cy="209550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1C标签">
            <a:extLst>
              <a:ext uri="{FF2B5EF4-FFF2-40B4-BE49-F238E27FC236}">
                <a16:creationId xmlns:a16="http://schemas.microsoft.com/office/drawing/2014/main" id="{8B21B587-2C2C-4876-B207-666D1D9ABF24}"/>
              </a:ext>
            </a:extLst>
          </p:cNvPr>
          <p:cNvSpPr>
            <a:spLocks noGrp="1"/>
          </p:cNvSpPr>
          <p:nvPr/>
        </p:nvSpPr>
        <p:spPr>
          <a:xfrm>
            <a:off x="1666875" y="47434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S1C 吸尘器充电</a:t>
            </a:r>
          </a:p>
        </p:txBody>
      </p:sp>
      <p:sp>
        <p:nvSpPr>
          <p:cNvPr id="21" name="S1D-备用带地插座">
            <a:extLst>
              <a:ext uri="{FF2B5EF4-FFF2-40B4-BE49-F238E27FC236}">
                <a16:creationId xmlns:a16="http://schemas.microsoft.com/office/drawing/2014/main" id="{20332C47-1BFD-4CC5-AF1D-E411804793AE}"/>
              </a:ext>
            </a:extLst>
          </p:cNvPr>
          <p:cNvSpPr>
            <a:spLocks noGrp="1"/>
          </p:cNvSpPr>
          <p:nvPr/>
        </p:nvSpPr>
        <p:spPr>
          <a:xfrm>
            <a:off x="1323975" y="5276850"/>
            <a:ext cx="209550" cy="209550"/>
          </a:xfrm>
          <a:prstGeom prst="ellipse">
            <a:avLst/>
          </a:prstGeom>
          <a:solidFill>
            <a:srgbClr val="E66A1F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1D标签">
            <a:extLst>
              <a:ext uri="{FF2B5EF4-FFF2-40B4-BE49-F238E27FC236}">
                <a16:creationId xmlns:a16="http://schemas.microsoft.com/office/drawing/2014/main" id="{27F50203-4C67-4EFC-8C84-6E95AEDB8BF9}"/>
              </a:ext>
            </a:extLst>
          </p:cNvPr>
          <p:cNvSpPr>
            <a:spLocks noGrp="1"/>
          </p:cNvSpPr>
          <p:nvPr/>
        </p:nvSpPr>
        <p:spPr>
          <a:xfrm>
            <a:off x="1666875" y="52197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S1D 带地备用插座</a:t>
            </a:r>
          </a:p>
        </p:txBody>
      </p:sp>
      <p:sp>
        <p:nvSpPr>
          <p:cNvPr id="23" name="检修通道说明">
            <a:extLst>
              <a:ext uri="{FF2B5EF4-FFF2-40B4-BE49-F238E27FC236}">
                <a16:creationId xmlns:a16="http://schemas.microsoft.com/office/drawing/2014/main" id="{1B5661F4-9FBE-4F3C-B50A-0CB16853B450}"/>
              </a:ext>
            </a:extLst>
          </p:cNvPr>
          <p:cNvSpPr>
            <a:spLocks noGrp="1"/>
          </p:cNvSpPr>
          <p:nvPr/>
        </p:nvSpPr>
        <p:spPr>
          <a:xfrm>
            <a:off x="3095625" y="41910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B34B8C"/>
                </a:solidFill>
              </a:defRPr>
            </a:pPr>
            <a:r>
              <a:rPr sz="1350" b="1">
                <a:solidFill>
                  <a:srgbClr val="B34B8C"/>
                </a:solidFill>
              </a:rPr>
              <a:t>设备前检修通道建议 ≥800</a:t>
            </a:r>
          </a:p>
        </p:txBody>
      </p:sp>
      <p:sp>
        <p:nvSpPr>
          <p:cNvPr id="24" name="施工锁定项背景">
            <a:extLst>
              <a:ext uri="{FF2B5EF4-FFF2-40B4-BE49-F238E27FC236}">
                <a16:creationId xmlns:a16="http://schemas.microsoft.com/office/drawing/2014/main" id="{648FFC76-B12D-4DD5-B288-CE2F908EFF1F}"/>
              </a:ext>
            </a:extLst>
          </p:cNvPr>
          <p:cNvSpPr>
            <a:spLocks noGrp="1"/>
          </p:cNvSpPr>
          <p:nvPr/>
        </p:nvSpPr>
        <p:spPr>
          <a:xfrm>
            <a:off x="9334500" y="1428750"/>
            <a:ext cx="7239000" cy="6477000"/>
          </a:xfrm>
          <a:prstGeom prst="roundRect">
            <a:avLst>
              <a:gd name="adj" fmla="val 1471"/>
            </a:avLst>
          </a:prstGeom>
          <a:solidFill>
            <a:srgbClr val="F7F8FA"/>
          </a:solidFill>
          <a:ln w="9525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施工锁定项标题">
            <a:extLst>
              <a:ext uri="{FF2B5EF4-FFF2-40B4-BE49-F238E27FC236}">
                <a16:creationId xmlns:a16="http://schemas.microsoft.com/office/drawing/2014/main" id="{B73971A9-AE49-4F5A-8384-C30B6CCF9FBA}"/>
              </a:ext>
            </a:extLst>
          </p:cNvPr>
          <p:cNvSpPr>
            <a:spLocks noGrp="1"/>
          </p:cNvSpPr>
          <p:nvPr/>
        </p:nvSpPr>
        <p:spPr>
          <a:xfrm>
            <a:off x="9620250" y="17145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</a:rPr>
              <a:t>施工锁定项</a:t>
            </a:r>
          </a:p>
        </p:txBody>
      </p:sp>
      <p:sp>
        <p:nvSpPr>
          <p:cNvPr id="26" name="note-1">
            <a:extLst>
              <a:ext uri="{FF2B5EF4-FFF2-40B4-BE49-F238E27FC236}">
                <a16:creationId xmlns:a16="http://schemas.microsoft.com/office/drawing/2014/main" id="{FB12034F-9C4F-4B4C-B037-7A2B847AD9FA}"/>
              </a:ext>
            </a:extLst>
          </p:cNvPr>
          <p:cNvSpPr>
            <a:spLocks noGrp="1"/>
          </p:cNvSpPr>
          <p:nvPr/>
        </p:nvSpPr>
        <p:spPr>
          <a:xfrm>
            <a:off x="9658350" y="228600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note-1-编号文字">
            <a:extLst>
              <a:ext uri="{FF2B5EF4-FFF2-40B4-BE49-F238E27FC236}">
                <a16:creationId xmlns:a16="http://schemas.microsoft.com/office/drawing/2014/main" id="{017F55D9-626A-4E63-8C72-69BC7463AE86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note-text-1">
            <a:extLst>
              <a:ext uri="{FF2B5EF4-FFF2-40B4-BE49-F238E27FC236}">
                <a16:creationId xmlns:a16="http://schemas.microsoft.com/office/drawing/2014/main" id="{C7A81C6F-8FC0-4057-9758-2D74161F0311}"/>
              </a:ext>
            </a:extLst>
          </p:cNvPr>
          <p:cNvSpPr>
            <a:spLocks noGrp="1"/>
          </p:cNvSpPr>
          <p:nvPr/>
        </p:nvSpPr>
        <p:spPr>
          <a:xfrm>
            <a:off x="10001250" y="228600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取消原右侧整排柜体及右下角与P2S台冲突的柜体。</a:t>
            </a:r>
          </a:p>
        </p:txBody>
      </p:sp>
      <p:sp>
        <p:nvSpPr>
          <p:cNvPr id="29" name="note-2">
            <a:extLst>
              <a:ext uri="{FF2B5EF4-FFF2-40B4-BE49-F238E27FC236}">
                <a16:creationId xmlns:a16="http://schemas.microsoft.com/office/drawing/2014/main" id="{CD7D5079-4735-4279-8093-306A77E56A44}"/>
              </a:ext>
            </a:extLst>
          </p:cNvPr>
          <p:cNvSpPr>
            <a:spLocks noGrp="1"/>
          </p:cNvSpPr>
          <p:nvPr/>
        </p:nvSpPr>
        <p:spPr>
          <a:xfrm>
            <a:off x="9658350" y="287655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ote-2-编号文字">
            <a:extLst>
              <a:ext uri="{FF2B5EF4-FFF2-40B4-BE49-F238E27FC236}">
                <a16:creationId xmlns:a16="http://schemas.microsoft.com/office/drawing/2014/main" id="{BE2AD8CA-06F1-49B9-9612-B977F77A83F1}"/>
              </a:ext>
            </a:extLst>
          </p:cNvPr>
          <p:cNvSpPr>
            <a:spLocks noGrp="1"/>
          </p:cNvSpPr>
          <p:nvPr/>
        </p:nvSpPr>
        <p:spPr>
          <a:xfrm>
            <a:off x="9525000" y="28765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note-text-2">
            <a:extLst>
              <a:ext uri="{FF2B5EF4-FFF2-40B4-BE49-F238E27FC236}">
                <a16:creationId xmlns:a16="http://schemas.microsoft.com/office/drawing/2014/main" id="{9EA84486-C220-40EC-9341-417AE099ADAF}"/>
              </a:ext>
            </a:extLst>
          </p:cNvPr>
          <p:cNvSpPr>
            <a:spLocks noGrp="1"/>
          </p:cNvSpPr>
          <p:nvPr/>
        </p:nvSpPr>
        <p:spPr>
          <a:xfrm>
            <a:off x="10001250" y="287655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 dirty="0">
                <a:solidFill>
                  <a:srgbClr val="202124"/>
                </a:solidFill>
              </a:rPr>
              <a:t>S1A：独立带地墙插作为UPS输入；UPS后接机柜PDU。</a:t>
            </a:r>
          </a:p>
        </p:txBody>
      </p:sp>
      <p:sp>
        <p:nvSpPr>
          <p:cNvPr id="32" name="note-3">
            <a:extLst>
              <a:ext uri="{FF2B5EF4-FFF2-40B4-BE49-F238E27FC236}">
                <a16:creationId xmlns:a16="http://schemas.microsoft.com/office/drawing/2014/main" id="{F2CC2531-12A2-4DDF-90F1-751CEE04FD4D}"/>
              </a:ext>
            </a:extLst>
          </p:cNvPr>
          <p:cNvSpPr>
            <a:spLocks noGrp="1"/>
          </p:cNvSpPr>
          <p:nvPr/>
        </p:nvSpPr>
        <p:spPr>
          <a:xfrm>
            <a:off x="9658350" y="346710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note-3-编号文字">
            <a:extLst>
              <a:ext uri="{FF2B5EF4-FFF2-40B4-BE49-F238E27FC236}">
                <a16:creationId xmlns:a16="http://schemas.microsoft.com/office/drawing/2014/main" id="{FBC242BA-180D-40E0-AC17-AC796F5DF334}"/>
              </a:ext>
            </a:extLst>
          </p:cNvPr>
          <p:cNvSpPr>
            <a:spLocks noGrp="1"/>
          </p:cNvSpPr>
          <p:nvPr/>
        </p:nvSpPr>
        <p:spPr>
          <a:xfrm>
            <a:off x="9525000" y="34671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note-text-3">
            <a:extLst>
              <a:ext uri="{FF2B5EF4-FFF2-40B4-BE49-F238E27FC236}">
                <a16:creationId xmlns:a16="http://schemas.microsoft.com/office/drawing/2014/main" id="{4B916ABB-A429-47A3-B9DE-D4288C173874}"/>
              </a:ext>
            </a:extLst>
          </p:cNvPr>
          <p:cNvSpPr>
            <a:spLocks noGrp="1"/>
          </p:cNvSpPr>
          <p:nvPr/>
        </p:nvSpPr>
        <p:spPr>
          <a:xfrm>
            <a:off x="10001250" y="346710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S1B：P2S/AMS独立带地插座，设在台面上方或侧方可插拔处。</a:t>
            </a:r>
          </a:p>
        </p:txBody>
      </p:sp>
      <p:sp>
        <p:nvSpPr>
          <p:cNvPr id="35" name="note-4">
            <a:extLst>
              <a:ext uri="{FF2B5EF4-FFF2-40B4-BE49-F238E27FC236}">
                <a16:creationId xmlns:a16="http://schemas.microsoft.com/office/drawing/2014/main" id="{9ADE39CE-793B-41F7-AD55-E50F4B2D7333}"/>
              </a:ext>
            </a:extLst>
          </p:cNvPr>
          <p:cNvSpPr>
            <a:spLocks noGrp="1"/>
          </p:cNvSpPr>
          <p:nvPr/>
        </p:nvSpPr>
        <p:spPr>
          <a:xfrm>
            <a:off x="9658350" y="405765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te-4-编号文字">
            <a:extLst>
              <a:ext uri="{FF2B5EF4-FFF2-40B4-BE49-F238E27FC236}">
                <a16:creationId xmlns:a16="http://schemas.microsoft.com/office/drawing/2014/main" id="{5D7C1E43-303C-4148-B150-8D815E3F24C7}"/>
              </a:ext>
            </a:extLst>
          </p:cNvPr>
          <p:cNvSpPr>
            <a:spLocks noGrp="1"/>
          </p:cNvSpPr>
          <p:nvPr/>
        </p:nvSpPr>
        <p:spPr>
          <a:xfrm>
            <a:off x="9525000" y="40576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note-text-4">
            <a:extLst>
              <a:ext uri="{FF2B5EF4-FFF2-40B4-BE49-F238E27FC236}">
                <a16:creationId xmlns:a16="http://schemas.microsoft.com/office/drawing/2014/main" id="{27A11513-4D51-4BB4-B340-A27DF2C5323A}"/>
              </a:ext>
            </a:extLst>
          </p:cNvPr>
          <p:cNvSpPr>
            <a:spLocks noGrp="1"/>
          </p:cNvSpPr>
          <p:nvPr/>
        </p:nvSpPr>
        <p:spPr>
          <a:xfrm>
            <a:off x="10001250" y="405765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S1C：吸尘器充电；S1D：带地备用；二者均不接UPS。</a:t>
            </a:r>
          </a:p>
        </p:txBody>
      </p:sp>
      <p:sp>
        <p:nvSpPr>
          <p:cNvPr id="38" name="note-5">
            <a:extLst>
              <a:ext uri="{FF2B5EF4-FFF2-40B4-BE49-F238E27FC236}">
                <a16:creationId xmlns:a16="http://schemas.microsoft.com/office/drawing/2014/main" id="{F682E35C-8F3D-4D11-8463-6E25F0A5F24E}"/>
              </a:ext>
            </a:extLst>
          </p:cNvPr>
          <p:cNvSpPr>
            <a:spLocks noGrp="1"/>
          </p:cNvSpPr>
          <p:nvPr/>
        </p:nvSpPr>
        <p:spPr>
          <a:xfrm>
            <a:off x="9658350" y="464820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note-5-编号文字">
            <a:extLst>
              <a:ext uri="{FF2B5EF4-FFF2-40B4-BE49-F238E27FC236}">
                <a16:creationId xmlns:a16="http://schemas.microsoft.com/office/drawing/2014/main" id="{6337EE2E-1E38-4717-98FB-8C25852CC3AF}"/>
              </a:ext>
            </a:extLst>
          </p:cNvPr>
          <p:cNvSpPr>
            <a:spLocks noGrp="1"/>
          </p:cNvSpPr>
          <p:nvPr/>
        </p:nvSpPr>
        <p:spPr>
          <a:xfrm>
            <a:off x="9525000" y="46482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note-text-5">
            <a:extLst>
              <a:ext uri="{FF2B5EF4-FFF2-40B4-BE49-F238E27FC236}">
                <a16:creationId xmlns:a16="http://schemas.microsoft.com/office/drawing/2014/main" id="{A7760956-3FA7-4683-9A74-531133C96D12}"/>
              </a:ext>
            </a:extLst>
          </p:cNvPr>
          <p:cNvSpPr>
            <a:spLocks noGrp="1"/>
          </p:cNvSpPr>
          <p:nvPr/>
        </p:nvSpPr>
        <p:spPr>
          <a:xfrm>
            <a:off x="10001250" y="464820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3090工作站主位仍在书房；S1D启用高功率负载前复核回路。</a:t>
            </a:r>
          </a:p>
        </p:txBody>
      </p:sp>
      <p:sp>
        <p:nvSpPr>
          <p:cNvPr id="41" name="note-6">
            <a:extLst>
              <a:ext uri="{FF2B5EF4-FFF2-40B4-BE49-F238E27FC236}">
                <a16:creationId xmlns:a16="http://schemas.microsoft.com/office/drawing/2014/main" id="{3B4559FD-9F69-49A4-BE60-CEDAAE358368}"/>
              </a:ext>
            </a:extLst>
          </p:cNvPr>
          <p:cNvSpPr>
            <a:spLocks noGrp="1"/>
          </p:cNvSpPr>
          <p:nvPr/>
        </p:nvSpPr>
        <p:spPr>
          <a:xfrm>
            <a:off x="9658350" y="523875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note-6-编号文字">
            <a:extLst>
              <a:ext uri="{FF2B5EF4-FFF2-40B4-BE49-F238E27FC236}">
                <a16:creationId xmlns:a16="http://schemas.microsoft.com/office/drawing/2014/main" id="{0C819704-1FEB-4DFD-A973-DC3B80F1F1CD}"/>
              </a:ext>
            </a:extLst>
          </p:cNvPr>
          <p:cNvSpPr>
            <a:spLocks noGrp="1"/>
          </p:cNvSpPr>
          <p:nvPr/>
        </p:nvSpPr>
        <p:spPr>
          <a:xfrm>
            <a:off x="9525000" y="52387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note-text-6">
            <a:extLst>
              <a:ext uri="{FF2B5EF4-FFF2-40B4-BE49-F238E27FC236}">
                <a16:creationId xmlns:a16="http://schemas.microsoft.com/office/drawing/2014/main" id="{E03C19CA-DBA2-4A08-93C0-4F7A0972EB79}"/>
              </a:ext>
            </a:extLst>
          </p:cNvPr>
          <p:cNvSpPr>
            <a:spLocks noGrp="1"/>
          </p:cNvSpPr>
          <p:nvPr/>
        </p:nvSpPr>
        <p:spPr>
          <a:xfrm>
            <a:off x="10001250" y="523875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入户光纤、各房Cat6A、两路RS-485集中回机柜。</a:t>
            </a:r>
          </a:p>
        </p:txBody>
      </p:sp>
      <p:sp>
        <p:nvSpPr>
          <p:cNvPr id="44" name="note-7">
            <a:extLst>
              <a:ext uri="{FF2B5EF4-FFF2-40B4-BE49-F238E27FC236}">
                <a16:creationId xmlns:a16="http://schemas.microsoft.com/office/drawing/2014/main" id="{E68EAD25-5A7A-4649-A842-18093A30C680}"/>
              </a:ext>
            </a:extLst>
          </p:cNvPr>
          <p:cNvSpPr>
            <a:spLocks noGrp="1"/>
          </p:cNvSpPr>
          <p:nvPr/>
        </p:nvSpPr>
        <p:spPr>
          <a:xfrm>
            <a:off x="9658350" y="582930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note-7-编号文字">
            <a:extLst>
              <a:ext uri="{FF2B5EF4-FFF2-40B4-BE49-F238E27FC236}">
                <a16:creationId xmlns:a16="http://schemas.microsoft.com/office/drawing/2014/main" id="{8F797A1C-99AE-449E-9A1F-63E6C8281778}"/>
              </a:ext>
            </a:extLst>
          </p:cNvPr>
          <p:cNvSpPr>
            <a:spLocks noGrp="1"/>
          </p:cNvSpPr>
          <p:nvPr/>
        </p:nvSpPr>
        <p:spPr>
          <a:xfrm>
            <a:off x="9525000" y="58293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note-text-7">
            <a:extLst>
              <a:ext uri="{FF2B5EF4-FFF2-40B4-BE49-F238E27FC236}">
                <a16:creationId xmlns:a16="http://schemas.microsoft.com/office/drawing/2014/main" id="{B072271A-18E7-4164-9862-C9D2499D616A}"/>
              </a:ext>
            </a:extLst>
          </p:cNvPr>
          <p:cNvSpPr>
            <a:spLocks noGrp="1"/>
          </p:cNvSpPr>
          <p:nvPr/>
        </p:nvSpPr>
        <p:spPr>
          <a:xfrm>
            <a:off x="10001250" y="582930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P2S首期用Wi-Fi；如需有线，直接接机柜交换机。</a:t>
            </a:r>
          </a:p>
        </p:txBody>
      </p:sp>
      <p:sp>
        <p:nvSpPr>
          <p:cNvPr id="47" name="note-8">
            <a:extLst>
              <a:ext uri="{FF2B5EF4-FFF2-40B4-BE49-F238E27FC236}">
                <a16:creationId xmlns:a16="http://schemas.microsoft.com/office/drawing/2014/main" id="{34595B51-CA18-4D5D-B8AC-786CD7B3C9A0}"/>
              </a:ext>
            </a:extLst>
          </p:cNvPr>
          <p:cNvSpPr>
            <a:spLocks noGrp="1"/>
          </p:cNvSpPr>
          <p:nvPr/>
        </p:nvSpPr>
        <p:spPr>
          <a:xfrm>
            <a:off x="9658350" y="641985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note-8-编号文字">
            <a:extLst>
              <a:ext uri="{FF2B5EF4-FFF2-40B4-BE49-F238E27FC236}">
                <a16:creationId xmlns:a16="http://schemas.microsoft.com/office/drawing/2014/main" id="{73BC3408-54A5-413A-B1CA-D12AEC2865DA}"/>
              </a:ext>
            </a:extLst>
          </p:cNvPr>
          <p:cNvSpPr>
            <a:spLocks noGrp="1"/>
          </p:cNvSpPr>
          <p:nvPr/>
        </p:nvSpPr>
        <p:spPr>
          <a:xfrm>
            <a:off x="9525000" y="6419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9" name="note-text-8">
            <a:extLst>
              <a:ext uri="{FF2B5EF4-FFF2-40B4-BE49-F238E27FC236}">
                <a16:creationId xmlns:a16="http://schemas.microsoft.com/office/drawing/2014/main" id="{E877A546-5EA3-4C91-B41B-D08BF14DE7DB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机柜和P2S不做密闭柜；门下留回风条件。</a:t>
            </a:r>
          </a:p>
        </p:txBody>
      </p:sp>
      <p:sp>
        <p:nvSpPr>
          <p:cNvPr id="50" name="note-9">
            <a:extLst>
              <a:ext uri="{FF2B5EF4-FFF2-40B4-BE49-F238E27FC236}">
                <a16:creationId xmlns:a16="http://schemas.microsoft.com/office/drawing/2014/main" id="{9A286FE8-5F9F-4FEA-A22B-D99D690F73C5}"/>
              </a:ext>
            </a:extLst>
          </p:cNvPr>
          <p:cNvSpPr>
            <a:spLocks noGrp="1"/>
          </p:cNvSpPr>
          <p:nvPr/>
        </p:nvSpPr>
        <p:spPr>
          <a:xfrm>
            <a:off x="9658350" y="7010400"/>
            <a:ext cx="266700" cy="266700"/>
          </a:xfrm>
          <a:prstGeom prst="ellipse">
            <a:avLst/>
          </a:prstGeom>
          <a:solidFill>
            <a:srgbClr val="B34B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note-9-编号文字">
            <a:extLst>
              <a:ext uri="{FF2B5EF4-FFF2-40B4-BE49-F238E27FC236}">
                <a16:creationId xmlns:a16="http://schemas.microsoft.com/office/drawing/2014/main" id="{9882C31B-423E-42DF-A787-14CFF2EC329B}"/>
              </a:ext>
            </a:extLst>
          </p:cNvPr>
          <p:cNvSpPr>
            <a:spLocks noGrp="1"/>
          </p:cNvSpPr>
          <p:nvPr/>
        </p:nvSpPr>
        <p:spPr>
          <a:xfrm>
            <a:off x="9525000" y="70104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2" name="note-text-9">
            <a:extLst>
              <a:ext uri="{FF2B5EF4-FFF2-40B4-BE49-F238E27FC236}">
                <a16:creationId xmlns:a16="http://schemas.microsoft.com/office/drawing/2014/main" id="{859B2124-F0D9-4EBF-93E6-820DEFF13A25}"/>
              </a:ext>
            </a:extLst>
          </p:cNvPr>
          <p:cNvSpPr>
            <a:spLocks noGrp="1"/>
          </p:cNvSpPr>
          <p:nvPr/>
        </p:nvSpPr>
        <p:spPr>
          <a:xfrm>
            <a:off x="10001250" y="701040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若净宽不能保证约800mm检修通道，优先继续减少衣柜。</a:t>
            </a:r>
          </a:p>
        </p:txBody>
      </p:sp>
      <p:sp>
        <p:nvSpPr>
          <p:cNvPr id="53" name="page-label">
            <a:extLst>
              <a:ext uri="{FF2B5EF4-FFF2-40B4-BE49-F238E27FC236}">
                <a16:creationId xmlns:a16="http://schemas.microsoft.com/office/drawing/2014/main" id="{42908EAF-AD35-4213-9A2B-8D11AD5C96A8}"/>
              </a:ext>
            </a:extLst>
          </p:cNvPr>
          <p:cNvSpPr>
            <a:spLocks noGrp="1"/>
          </p:cNvSpPr>
          <p:nvPr/>
        </p:nvSpPr>
        <p:spPr>
          <a:xfrm>
            <a:off x="571500" y="80962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F6368"/>
                </a:solidFill>
              </a:defRPr>
            </a:pPr>
            <a:r>
              <a:rPr sz="1200" b="0" dirty="0">
                <a:solidFill>
                  <a:srgbClr val="5F6368"/>
                </a:solidFill>
              </a:rPr>
              <a:t>02 / </a:t>
            </a:r>
            <a:r>
              <a:rPr sz="1200" b="0" dirty="0" err="1">
                <a:solidFill>
                  <a:srgbClr val="5F6368"/>
                </a:solidFill>
              </a:rPr>
              <a:t>衣帽间局部</a:t>
            </a:r>
            <a:endParaRPr sz="1200" b="0" dirty="0">
              <a:solidFill>
                <a:srgbClr val="5F63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325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Macintosh PowerPoint</Application>
  <DocSecurity>0</DocSecurity>
  <PresentationFormat>Custom</PresentationFormat>
  <Paragraphs>101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Yanbo Jia</cp:lastModifiedBy>
  <cp:revision>1</cp:revision>
  <dcterms:created xsi:type="dcterms:W3CDTF">2026-07-14T23:50:34Z</dcterms:created>
  <dcterms:modified xsi:type="dcterms:W3CDTF">2026-07-15T05:34:10Z</dcterms:modified>
</cp:coreProperties>
</file>